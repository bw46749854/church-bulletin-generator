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2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6101EA-05CC-4A0D-9F8E-69C325ADEA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+mn-ea"/>
                <a:cs typeface="BIZ UDPゴシック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0955" y="389631"/>
            <a:ext cx="394210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0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祈　祷</a:t>
            </a:r>
            <a:endParaRPr lang="en-US" altLang="en-US" sz="110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94679" y="2724150"/>
            <a:ext cx="295465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72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{{献金祈祷}}</a:t>
            </a:r>
            <a:endParaRPr kumimoji="0" lang="en-US" altLang="ja-JP" sz="72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11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2026-10-24T12:47:07Z</dcterms:modified>
</cp:coreProperties>
</file>