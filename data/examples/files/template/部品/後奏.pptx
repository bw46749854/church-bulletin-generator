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59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165872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kumimoji="1" lang="ja-JP" altLang="en-US" sz="11500">
                <a:solidFill>
                  <a:srgbClr val="FFFFFF"/>
                </a:solidFill>
              </a:rPr>
              <a:t>　　後</a:t>
            </a:r>
            <a:r>
              <a:rPr kumimoji="1" lang="ja-JP" altLang="en-US" sz="11000">
                <a:solidFill>
                  <a:srgbClr val="FFFFFF"/>
                </a:solidFill>
              </a:rPr>
              <a:t>　</a:t>
            </a:r>
            <a:r>
              <a:rPr kumimoji="1" lang="ja-JP" altLang="en-US" sz="11000">
                <a:solidFill>
                  <a:srgbClr val="FFFFFF"/>
                </a:solidFill>
              </a:rPr>
              <a:t>奏</a:t>
            </a:r>
            <a:endParaRPr kumimoji="1" lang="ja-JP" altLang="en-US" sz="1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5</Words>
  <Application>WPS Slides</Application>
  <PresentationFormat>画面に合わせる (16:9)</PresentationFormat>
  <Paragraphs>2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ＭＳ Ｐゴシック</vt:lpstr>
      <vt:lpstr>Wingdings</vt:lpstr>
      <vt:lpstr>ＭＳ Ｐゴシック</vt:lpstr>
      <vt:lpstr>Calibri</vt:lpstr>
      <vt:lpstr>Microsoft YaHei</vt:lpstr>
      <vt:lpstr>Arial Unicode MS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52</cp:revision>
  <dcterms:created xsi:type="dcterms:W3CDTF">2010-04-07T02:11:00Z</dcterms:created>
  <dcterms:modified xsi:type="dcterms:W3CDTF">2026-10-24T13:03:35Z</dcterms:modified>
</cp:coreProperties>
</file>