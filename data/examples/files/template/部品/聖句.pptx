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74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875" y="-968"/>
            <a:ext cx="9136250" cy="47999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IZ UDPゴシック"/>
                <a:ea typeface="BIZ UDPゴシック"/>
                <a:cs typeface="BIZ UDPゴシック"/>
              </a:rPr>
              <a:t>{{聖句.本文}}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IZ UDPゴシック"/>
                <a:ea typeface="BIZ UDPゴシック"/>
                <a:cs typeface="BIZ UDPゴシック"/>
                <a:sym typeface="+mn-ea"/>
              </a:rPr>
              <a:t>   </a:t>
            </a:r>
            <a:endParaRPr kumimoji="0" lang="en-US" altLang="ja-JP" sz="3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IZ UDPゴシック"/>
              <a:ea typeface="BIZ UDPゴシック"/>
              <a:cs typeface="BIZ UDPゴシック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IZ UDPゴシック"/>
                <a:ea typeface="BIZ UDPゴシック"/>
                <a:cs typeface="BIZ UDPゴシック"/>
                <a:sym typeface="+mn-ea"/>
              </a:rPr>
              <a:t>                             </a:t>
            </a:r>
            <a:r>
              <a:rPr kumimoji="0" lang="ja-JP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IZ UDPゴシック"/>
                <a:ea typeface="BIZ UDPゴシック"/>
                <a:cs typeface="BIZ UDPゴシック"/>
                <a:sym typeface="+mn-ea"/>
              </a:rPr>
              <a:t>{{聖句.書名}}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IZ UDPゴシック"/>
                <a:ea typeface="BIZ UDPゴシック"/>
                <a:cs typeface="BIZ UDPゴシック"/>
                <a:sym typeface="+mn-ea"/>
              </a:rPr>
              <a:t> {{聖句.章}}</a:t>
            </a:r>
            <a:r>
              <a:rPr kumimoji="0" lang="en-US" altLang="ja-JP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IZ UDPゴシック"/>
                <a:ea typeface="BIZ UDPゴシック"/>
                <a:cs typeface="BIZ UDPゴシック"/>
                <a:sym typeface="+mn-ea"/>
              </a:rPr>
              <a:t>{{聖句.節}}</a:t>
            </a:r>
            <a:endParaRPr kumimoji="0" lang="ja-JP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75</Words>
  <Application>WPS Slides</Application>
  <PresentationFormat>画面に合わせる (16:9)</PresentationFormat>
  <Paragraphs>3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49</cp:revision>
  <dcterms:created xsi:type="dcterms:W3CDTF">2010-04-07T02:11:00Z</dcterms:created>
  <dcterms:modified xsi:type="dcterms:W3CDTF">2026-10-24T12:29:46Z</dcterms:modified>
</cp:coreProperties>
</file>