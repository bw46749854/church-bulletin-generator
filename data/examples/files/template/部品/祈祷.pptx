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70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6101EA-05CC-4A0D-9F8E-69C325ADEA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38150"/>
            <a:ext cx="9144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ja-JP" altLang="en-US" sz="96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</a:rPr>
              <a:t>祈 祷</a:t>
            </a:r>
            <a:endParaRPr lang="en-US" altLang="ja-JP" sz="96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" y="2561807"/>
            <a:ext cx="9143999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altLang="ja-JP" sz="72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{{祈祷}}</a:t>
            </a:r>
            <a:endParaRPr lang="en-US" altLang="en-US" sz="720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  <a:cs typeface="BIZ UDPゴシック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9</Words>
  <Application>WPS Slides</Application>
  <PresentationFormat>画面に合わせる (16:9)</PresentationFormat>
  <Paragraphs>4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51</cp:revision>
  <dcterms:created xsi:type="dcterms:W3CDTF">2010-04-07T02:11:00Z</dcterms:created>
  <dcterms:modified xsi:type="dcterms:W3CDTF">2026-10-24T12:45:48Z</dcterms:modified>
</cp:coreProperties>
</file>