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10"/>
  </p:notesMasterIdLst>
  <p:handoutMasterIdLst>
    <p:handoutMasterId r:id="rId11"/>
  </p:handoutMasterIdLst>
  <p:sldIdLst>
    <p:sldId id="271" r:id="rId8"/>
    <p:sldId id="272" r:id="rId9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1413F3-6D2D-4C65-97C5-0A4A7E0D3805}" type="slidenum">
              <a:rPr lang="en-US"/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52500"/>
            <a:ext cx="8229600" cy="857250"/>
          </a:xfrm>
        </p:spPr>
        <p:txBody>
          <a:bodyPr>
            <a:noAutofit/>
          </a:bodyPr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ja-JP" altLang="en-US" sz="11500" kern="1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賛　美</a:t>
            </a:r>
            <a:endParaRPr lang="ja-JP" altLang="en-US" sz="11500" kern="1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3681" y="2477462"/>
            <a:ext cx="2113111" cy="857250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ja-JP" sz="7200" kern="1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{{曲.番号}}</a:t>
            </a:r>
            <a:endParaRPr lang="en-US" altLang="ja-JP" sz="7200" kern="1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024743" y="2476501"/>
            <a:ext cx="7134625" cy="85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ja-JP" sz="4800" b="0" i="0" u="none" strike="noStrike" kern="1200" cap="none" spc="0" normalizeH="0" baseline="0" noProof="0" dirty="0" err="1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{{曲.曲名}}</a:t>
            </a:r>
            <a:endParaRPr kumimoji="0" lang="en-US" altLang="ja-JP" sz="7200" b="0" i="0" u="none" strike="noStrike" kern="1200" cap="none" spc="0" normalizeH="0" baseline="0" noProof="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5143500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 marL="0" indent="0" algn="ctr">
              <a:buNone/>
            </a:pPr>
            <a:r>
              <a:rPr lang="ja-JP" altLang="en-US" sz="6000" dirty="0">
                <a:solidFill>
                  <a:schemeClr val="bg1"/>
                </a:solidFill>
              </a:rPr>
              <a:t>{{曲.歌詞}}</a:t>
            </a:r>
            <a:endParaRPr lang="ja-JP" altLang="en-US" sz="6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ja-JP" altLang="en-US" sz="2400" dirty="0">
                <a:solidFill>
                  <a:schemeClr val="bg1"/>
                </a:solidFill>
              </a:rPr>
              <a:t>この 1 枚が歌詞のスライド（歌詞ファイルの 2 枚目以降）に置き換わります</a:t>
            </a:r>
            <a:endParaRPr lang="ja-JP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68</Words>
  <Application>WPS Slides</Application>
  <PresentationFormat>画面に合わせる (16:9)</PresentationFormat>
  <Paragraphs>9</Paragraphs>
  <Slides>2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Office Theme</vt:lpstr>
      <vt:lpstr>Default Design</vt:lpstr>
      <vt:lpstr>Default Design</vt:lpstr>
      <vt:lpstr>Office Theme</vt:lpstr>
      <vt:lpstr>Office Theme</vt:lpstr>
      <vt:lpstr>Default Design</vt:lpstr>
      <vt:lpstr>賛　美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2026-10-24T12:35:35Z</dcterms:modified>
</cp:coreProperties>
</file>