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84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6101EA-05CC-4A0D-9F8E-69C325ADEA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0" y="460614"/>
            <a:ext cx="9144000" cy="1076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ja-JP" sz="3200" dirty="0"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{{報告.番号}}.　</a:t>
            </a:r>
            <a:r>
              <a:rPr lang="en-US" altLang="ja-JP" sz="3200" dirty="0" err="1"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{{報告.本文}}</a:t>
            </a:r>
            <a:endParaRPr lang="en-US" dirty="0">
              <a:solidFill>
                <a:srgbClr val="000000"/>
              </a:solidFill>
              <a:ea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20</Words>
  <Application>WPS Slides</Application>
  <PresentationFormat>画面に合わせる (16:9)</PresentationFormat>
  <Paragraphs>2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2026-10-24T12:55:19Z</dcterms:modified>
</cp:coreProperties>
</file>