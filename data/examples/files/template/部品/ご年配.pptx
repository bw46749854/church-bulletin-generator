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5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504350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309592"/>
            <a:ext cx="9144000" cy="50774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ja-JP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{{祈りの対象.番号}}.　{{祈りの対象.見出し}}</a:t>
            </a:r>
            <a:endParaRPr kumimoji="0" lang="en-US" altLang="ja-JP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ja-JP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    {{祈りの対象.名前}}</a:t>
            </a:r>
            <a:endParaRPr kumimoji="0" lang="en-US" altLang="ja-JP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43</Words>
  <Application>WPS Slides</Application>
  <PresentationFormat>画面に合わせる (16:9)</PresentationFormat>
  <Paragraphs>3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2026-10-24T12:56:00Z</dcterms:modified>
</cp:coreProperties>
</file>