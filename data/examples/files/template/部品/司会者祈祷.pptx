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92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6101EA-05CC-4A0D-9F8E-69C325ADEA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19700" y="389631"/>
            <a:ext cx="3904615" cy="17837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10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</a:rPr>
              <a:t>祈　</a:t>
            </a:r>
            <a:r>
              <a:rPr lang="ja-JP" altLang="en-US" sz="110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</a:rPr>
              <a:t>祷</a:t>
            </a:r>
            <a:endParaRPr lang="en-US" altLang="en-US" sz="110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94679" y="2724150"/>
            <a:ext cx="295465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72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</a:rPr>
              <a:t>司会者</a:t>
            </a:r>
            <a:endParaRPr lang="en-US" altLang="ja-JP" sz="720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6</Words>
  <Application>WPS Slides</Application>
  <PresentationFormat>画面に合わせる (16:9)</PresentationFormat>
  <Paragraphs>4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2026-10-24T12:47:49Z</dcterms:modified>
</cp:coreProperties>
</file>