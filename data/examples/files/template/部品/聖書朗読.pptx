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73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0904" y="133350"/>
            <a:ext cx="5827236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0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聖書朗読</a:t>
            </a:r>
            <a:endParaRPr lang="en-US" altLang="en-US" sz="110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4961794" y="3122528"/>
            <a:ext cx="2815193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ja-JP" altLang="en-US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ページ</a:t>
            </a:r>
            <a:r>
              <a:rPr lang="en-US" altLang="ja-JP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)</a:t>
            </a:r>
            <a:endParaRPr lang="en-US" altLang="ja-JP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3665282" y="3114844"/>
            <a:ext cx="1630351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altLang="ja-JP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{{聖書朗読.ページ}}</a:t>
            </a:r>
            <a:endParaRPr lang="en-US" altLang="ja-JP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2009355" y="3130212"/>
            <a:ext cx="1877437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ja-JP" altLang="en-US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{{聖書朗読.旧新}}</a:t>
            </a:r>
            <a:endParaRPr lang="en-US" altLang="ja-JP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2024914" y="2114487"/>
            <a:ext cx="5003293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ja-JP" altLang="en-US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{{聖書朗読.箇所}}</a:t>
            </a:r>
            <a:endParaRPr lang="en-US" altLang="ja-JP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1750733" y="3130212"/>
            <a:ext cx="442750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en-US" altLang="ja-JP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(</a:t>
            </a:r>
            <a:endParaRPr lang="en-US" altLang="ja-JP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43</Words>
  <Application>WPS Slides</Application>
  <PresentationFormat>画面に合わせる (16:9)</PresentationFormat>
  <Paragraphs>12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50</cp:revision>
  <dcterms:created xsi:type="dcterms:W3CDTF">2010-04-07T02:11:00Z</dcterms:created>
  <dcterms:modified xsi:type="dcterms:W3CDTF">2026-10-24T12:42:16Z</dcterms:modified>
</cp:coreProperties>
</file>