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0"/>
  </p:notesMasterIdLst>
  <p:handoutMasterIdLst>
    <p:handoutMasterId r:id="rId11"/>
  </p:handoutMasterIdLst>
  <p:sldIdLst>
    <p:sldId id="287" r:id="rId8"/>
    <p:sldId id="288" r:id="rId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872BCD-8BCC-4C0A-B594-559DB6024F4A}" type="slidenum">
              <a:rPr lang="en-US" smtClean="0"/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6300"/>
            <a:ext cx="8229600" cy="857250"/>
          </a:xfrm>
        </p:spPr>
        <p:txBody>
          <a:bodyPr>
            <a:no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頌　栄</a:t>
            </a:r>
            <a:endParaRPr lang="ja-JP" altLang="en-US" sz="110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647950"/>
            <a:ext cx="9144000" cy="857250"/>
          </a:xfrm>
        </p:spPr>
        <p:txBody>
          <a:bodyPr>
            <a:noAutofit/>
          </a:bodyPr>
          <a:lstStyle/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72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６</a:t>
            </a:r>
            <a:r>
              <a:rPr lang="ja-JP" altLang="en-US" sz="36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　</a:t>
            </a:r>
            <a:r>
              <a:rPr lang="ja-JP" altLang="en-US" sz="48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恵みの源なる神を</a:t>
            </a:r>
            <a:endParaRPr lang="ja-JP" altLang="en-US" sz="72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33350"/>
            <a:ext cx="9144000" cy="4876800"/>
          </a:xfrm>
          <a:noFill/>
        </p:spPr>
        <p:txBody>
          <a:bodyPr anchor="ctr" anchorCtr="1">
            <a:noAutofit/>
          </a:bodyPr>
          <a:lstStyle/>
          <a:p>
            <a:pPr marL="0" indent="0" algn="ctr" defTabSz="914400" rtl="0" eaLnBrk="0" fontAlgn="base" latinLnBrk="0" hangingPunct="0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  <a:t>恵みの源なる神をほめよ</a:t>
            </a:r>
            <a:b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</a:br>
            <a: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  <a:t>地にあるものよ　主をほめよ</a:t>
            </a:r>
            <a:b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</a:br>
            <a: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  <a:t>天の御使いよ　主をほめよ</a:t>
            </a:r>
            <a:b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</a:br>
            <a: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  <a:t>父・子・聖霊をほめたたえよ</a:t>
            </a:r>
            <a:b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</a:br>
            <a:r>
              <a:rPr lang="ja-JP" altLang="en-US" sz="48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  <a:t>アーメン</a:t>
            </a:r>
            <a:endParaRPr lang="ja-JP" altLang="en-US" sz="48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77</Words>
  <Application>WPS Slides</Application>
  <PresentationFormat>画面に合わせる (16:9)</PresentationFormat>
  <Paragraphs>6</Paragraphs>
  <Slides>2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頌　栄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2026-10-24T12:44:13Z</dcterms:modified>
</cp:coreProperties>
</file>