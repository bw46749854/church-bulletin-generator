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</p:sldMasterIdLst>
  <p:notesMasterIdLst>
    <p:notesMasterId r:id="rId9"/>
  </p:notesMasterIdLst>
  <p:handoutMasterIdLst>
    <p:handoutMasterId r:id="rId15"/>
  </p:handoutMasterIdLst>
  <p:sldIdLst>
    <p:sldId id="263" r:id="rId8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0"/>
      </a:spcBef>
      <a:spcAft>
        <a:spcPct val="0"/>
      </a:spcAft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6pPr>
    <a:lvl7pPr marL="27432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7pPr>
    <a:lvl8pPr marL="32004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8pPr>
    <a:lvl9pPr marL="3657600" algn="l" defTabSz="914400" rtl="0" eaLnBrk="1" latinLnBrk="0" hangingPunct="1">
      <a:defRPr sz="6600" kern="1200">
        <a:solidFill>
          <a:schemeClr val="tx1"/>
        </a:solidFill>
        <a:effectLst>
          <a:outerShdw blurRad="38100" dist="38100" dir="2700000" algn="tl">
            <a:srgbClr val="000000">
              <a:alpha val="43137"/>
            </a:srgbClr>
          </a:outerShdw>
        </a:effectLst>
        <a:latin typeface="BIZ UDPゴシック"/>
        <a:ea typeface="+mn-ea"/>
        <a:cs typeface="BIZ UDP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FFFF"/>
    <a:srgbClr val="000000"/>
    <a:srgbClr val="000099"/>
    <a:srgbClr val="00FFFF"/>
    <a:srgbClr val="FABCF0"/>
    <a:srgbClr val="FCDAF6"/>
    <a:srgbClr val="ECC4E7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672" y="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CFFF427A-E4E7-44CC-B8A3-B3315B96A4C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36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36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ffectLst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6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effectLst/>
              </a:defRPr>
            </a:lvl1pPr>
          </a:lstStyle>
          <a:p>
            <a:pPr>
              <a:defRPr/>
            </a:pPr>
            <a:fld id="{FF6101EA-05CC-4A0D-9F8E-69C325ADEA16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IZ UDPゴシック"/>
        <a:ea typeface="+mn-ea"/>
        <a:cs typeface="BIZ UDP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6101EA-05CC-4A0D-9F8E-69C325ADEA16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31B37-C0BF-4778-BB69-057DF227E81A}" type="slidenum">
              <a:rPr lang="en-US"/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31B37-C0BF-4778-BB69-057DF227E81A}" type="slidenum">
              <a:rPr lang="en-US"/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31B37-C0BF-4778-BB69-057DF227E81A}" type="slidenum">
              <a:rPr lang="en-US"/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31B37-C0BF-4778-BB69-057DF227E81A}" type="slidenum">
              <a:rPr lang="en-US"/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031B37-C0BF-4778-BB69-057DF227E81A}" type="slidenum">
              <a:rPr lang="en-US"/>
            </a:fld>
            <a:endParaRPr lang="en-US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C6350-FF3C-49F1-A2A5-61BFD8953D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74CCC5-1FB4-4FE2-998E-35536166A37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F0A2B7-019E-4C02-80C4-2CDDA0E1108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30E45E-AAEA-40CE-8E63-E6268BC0039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B70170-5B57-42A8-B8F7-38125125877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9C2CAB-9A36-40EB-8056-08708CD139E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2DFE17-2C80-49E6-A03E-0B091CC3030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AF9E09-69E7-4A12-B8F0-729A9507CD2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A7712-0A37-4674-B2C2-BDE613F1474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CECD04-3B22-4A20-A63D-FB91B392319D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590FE5-154F-4F91-8239-8F8301CA670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59B65-E13E-4065-9D08-CFF3167B0F0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61742-555D-40AF-BB0D-9534923E20C0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4801A5-623E-455D-A6D0-00B0C958CDC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047D6E-0CF6-4B5D-AE2D-ADD3814F5D9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57B226-70C6-429A-A1CB-A0F00747778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93BA9D-A62F-4BED-AFA0-68247EC78FCE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B99CD-80EA-4910-BD15-26F88D880BD3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1076C9-1C82-4214-AC41-6291E6EC7242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712450-866C-45F3-881C-94222FDDEEF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1F4AAA-3E81-4DD4-85C6-0A883857C061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BFF3B3-5BF4-4C16-8F0F-606FD347635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6BCBD0-2756-4B11-BDBB-FBAA9933AF9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F4B9BF-EF44-43CE-8169-DEB554B794B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BDA2D-709D-4459-8940-41636B64619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CD49FA-F44B-45A1-8FC9-8E186753F0C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11EEBD-2707-4156-B931-43A15547005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4BCEAA1-6472-455A-8405-1E3B4BAC4745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B1B7F7-B46A-4C61-B83C-460DA098606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AA3AEF-A346-492F-A355-38AC59C28C3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118920-0B1C-4953-B617-E6DA554685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10676DA-CF16-42D5-9B21-30F6D18DFC21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4DABF0-3659-4EB4-8CB1-47A86171283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6958BB-4CA5-469D-BA80-55A34FF8B7D7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D58F00-84D3-4293-A066-11FAC7E2F8B5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847152-9B87-4F87-9543-D8F415B1E3B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3AE5B0-893C-4D97-AECE-6B94FAB5D19A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0AAE6-F905-474E-87F0-BBCC3FEBFC8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175EC-1147-4868-88C8-365F40CB3EA6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86448-EDC0-40E4-9D39-86A89ADC5E28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6D4EFA-F620-4B92-A0B9-861BD6C6A7C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5EF761-DD33-4F4D-AABB-4EBD701DE924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13B7AC-FDAE-45A6-9D53-3BA5846019E9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7B8A71-12A2-49BF-B3D9-78262D0B897C}" type="slidenum">
              <a:rPr lang="en-US" altLang="ja-JP"/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29CD63C8-4DB2-4777-BFDB-581526FA3F7A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E30588C7-9DDB-4A6F-9A9E-6A33D1ADB0C2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3C952CB-192B-431D-954C-0FAAFFA4DFF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1EEE7-407C-44EA-8C42-2E31258E0B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4B420-8515-4D55-BD3B-53A8BA6EF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ja-JP"/>
              <a:t>Click to edit Master title style</a:t>
            </a:r>
            <a:endParaRPr lang="en-US" altLang="ja-JP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ja-JP"/>
              <a:t>Click to edit Master text styles</a:t>
            </a:r>
            <a:endParaRPr lang="en-US" altLang="ja-JP"/>
          </a:p>
          <a:p>
            <a:pPr lvl="1"/>
            <a:r>
              <a:rPr lang="en-US" altLang="ja-JP"/>
              <a:t>Second level</a:t>
            </a:r>
            <a:endParaRPr lang="en-US" altLang="ja-JP"/>
          </a:p>
          <a:p>
            <a:pPr lvl="2"/>
            <a:r>
              <a:rPr lang="en-US" altLang="ja-JP"/>
              <a:t>Third level</a:t>
            </a:r>
            <a:endParaRPr lang="en-US" altLang="ja-JP"/>
          </a:p>
          <a:p>
            <a:pPr lvl="3"/>
            <a:r>
              <a:rPr lang="en-US" altLang="ja-JP"/>
              <a:t>Fourth level</a:t>
            </a:r>
            <a:endParaRPr lang="en-US" altLang="ja-JP"/>
          </a:p>
          <a:p>
            <a:pPr lvl="4"/>
            <a:r>
              <a:rPr lang="en-US" altLang="ja-JP"/>
              <a:t>Fifth level</a:t>
            </a:r>
            <a:endParaRPr lang="en-US" altLang="ja-JP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4713"/>
            <a:ext cx="2895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>
                <a:latin typeface="BIZ UDPゴシック"/>
                <a:cs typeface="BIZ UDPゴシック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4713"/>
            <a:ext cx="2133600" cy="3571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ea typeface="BIZ UDPゴシック"/>
              </a:defRPr>
            </a:lvl1pPr>
          </a:lstStyle>
          <a:p>
            <a:fld id="{F0C917B5-CC67-4DB5-B44E-1F7D69248F40}" type="slidenum">
              <a:rPr lang="en-US" altLang="ja-JP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IZ UDPゴシック"/>
          <a:cs typeface="BIZ UDPゴシック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0" y="1123950"/>
            <a:ext cx="6083717" cy="1862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ja-JP" altLang="en-US" sz="115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BIZ UDPゴシック"/>
              </a:rPr>
              <a:t>使徒信条</a:t>
            </a:r>
            <a:endParaRPr lang="en-US" altLang="ja-JP" sz="115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BIZ UDPゴシック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4400550"/>
          </a:xfrm>
          <a:noFill/>
        </p:spPr>
        <p:txBody>
          <a:bodyPr tIns="45720" anchor="t" anchorCtr="1">
            <a:normAutofit/>
          </a:bodyPr>
          <a:lstStyle/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en-US" altLang="ja-JP" sz="36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我は天地の造り主</a:t>
            </a:r>
            <a:r>
              <a:rPr lang="ja-JP" altLang="en-US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  <a:t>、</a:t>
            </a:r>
            <a:endParaRPr lang="en-US" altLang="ja-JP">
              <a:ln w="31550" cmpd="sng">
                <a:noFill/>
                <a:prstDash val="solid"/>
              </a:ln>
              <a:solidFill>
                <a:srgbClr val="FFFFFF"/>
              </a:solidFill>
              <a:latin typeface="BIZ UDPゴシック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全能の父なる神を信ず</a:t>
            </a:r>
            <a:r>
              <a:rPr lang="ja-JP" altLang="en-US" sz="4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。</a:t>
            </a:r>
            <a:endParaRPr lang="en-US" altLang="ja-JP" sz="44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我はその独り子</a:t>
            </a:r>
            <a:r>
              <a:rPr lang="ja-JP" altLang="en-US" sz="4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我らの主</a:t>
            </a:r>
            <a:r>
              <a:rPr lang="ja-JP" altLang="en-US" sz="4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、</a:t>
            </a:r>
            <a:endParaRPr lang="en-US" altLang="ja-JP" sz="40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イエス</a:t>
            </a:r>
            <a:r>
              <a:rPr lang="ja-JP" altLang="en-US" sz="48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･</a:t>
            </a: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キリストを信ず</a:t>
            </a:r>
            <a:r>
              <a:rPr lang="ja-JP" altLang="en-US" sz="4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。</a:t>
            </a:r>
            <a:endParaRPr lang="ja-JP" altLang="en-US" sz="54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4857750"/>
          </a:xfrm>
          <a:noFill/>
        </p:spPr>
        <p:txBody>
          <a:bodyPr anchor="t" anchorCtr="1">
            <a:normAutofit/>
          </a:bodyPr>
          <a:lstStyle/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altLang="ja-JP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主は聖霊によりてやどり</a:t>
            </a:r>
            <a:r>
              <a:rPr lang="ja-JP" altLang="en-US" sz="48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、</a:t>
            </a:r>
            <a:endParaRPr lang="en-US" altLang="ja-JP" sz="48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おとめマリアより生れ、</a:t>
            </a:r>
            <a:endParaRPr lang="en-US" altLang="ja-JP" sz="54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ポンテオ･ピラトのもとに苦しみを受け</a:t>
            </a:r>
            <a:r>
              <a:rPr lang="ja-JP" altLang="en-US" sz="4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十字架につけられ、</a:t>
            </a:r>
            <a:endParaRPr lang="ja-JP" altLang="en-US" sz="54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4857750"/>
          </a:xfrm>
          <a:noFill/>
        </p:spPr>
        <p:txBody>
          <a:bodyPr anchor="t" anchorCtr="1">
            <a:normAutofit/>
          </a:bodyPr>
          <a:lstStyle/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altLang="ja-JP" kern="1200">
              <a:ln w="31550" cmpd="sng">
                <a:noFill/>
                <a:prstDash val="solid"/>
              </a:ln>
              <a:solidFill>
                <a:srgbClr val="FFFFFF"/>
              </a:solidFill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死にて葬られ</a:t>
            </a:r>
            <a:r>
              <a:rPr lang="ja-JP" altLang="en-US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よみにくだり</a:t>
            </a:r>
            <a:endParaRPr lang="en-US" altLang="ja-JP" sz="2800">
              <a:ln w="31550" cmpd="sng">
                <a:noFill/>
                <a:prstDash val="solid"/>
              </a:ln>
              <a:solidFill>
                <a:srgbClr val="FFFFFF"/>
              </a:solidFill>
              <a:latin typeface="BIZ UDPゴシック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三日目に死人の内よりよみがえり</a:t>
            </a:r>
            <a:r>
              <a:rPr lang="ja-JP" altLang="en-US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天にのぼり</a:t>
            </a:r>
            <a:r>
              <a:rPr lang="ja-JP" altLang="en-US" sz="4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5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全能の父なる神の右に座したまえり</a:t>
            </a:r>
            <a:r>
              <a:rPr lang="ja-JP" altLang="en-US" sz="48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ea typeface="+mn-ea"/>
                <a:cs typeface="BIZ UDPゴシック"/>
              </a:rPr>
              <a:t>、</a:t>
            </a:r>
            <a:endParaRPr lang="ja-JP" altLang="en-US" sz="5400" kern="1200">
              <a:ln w="31550" cmpd="sng">
                <a:noFill/>
                <a:prstDash val="solid"/>
              </a:ln>
              <a:solidFill>
                <a:srgbClr val="FFFFFF"/>
              </a:solidFill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4857750"/>
          </a:xfrm>
          <a:noFill/>
        </p:spPr>
        <p:txBody>
          <a:bodyPr anchor="t" anchorCtr="1">
            <a:normAutofit/>
          </a:bodyPr>
          <a:lstStyle/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altLang="ja-JP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かしこよりきたりて</a:t>
            </a:r>
            <a:endParaRPr lang="en-US" altLang="ja-JP" sz="60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生ける者と死にたる者とを さばきたまわん。</a:t>
            </a:r>
            <a:endParaRPr lang="en-US" altLang="ja-JP" sz="60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我は聖霊を信ず、</a:t>
            </a:r>
            <a:endParaRPr lang="ja-JP" altLang="en-US" sz="60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idx="1"/>
          </p:nvPr>
        </p:nvSpPr>
        <p:spPr>
          <a:xfrm>
            <a:off x="0" y="0"/>
            <a:ext cx="9144000" cy="4857750"/>
          </a:xfrm>
          <a:noFill/>
        </p:spPr>
        <p:txBody>
          <a:bodyPr vert="horz" lIns="91440" tIns="45720" rIns="91440" bIns="45720" rtlCol="0" anchor="t" anchorCtr="1">
            <a:normAutofit/>
          </a:bodyPr>
          <a:lstStyle/>
          <a:p>
            <a:pPr marL="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en-US" altLang="ja-JP" sz="36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聖なる公同の教会、</a:t>
            </a:r>
            <a:endParaRPr lang="en-US" altLang="ja-JP" sz="60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  <a:p>
            <a:pPr marL="0" indent="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聖徒の交わり</a:t>
            </a:r>
            <a:r>
              <a:rPr lang="ja-JP" altLang="en-US" sz="4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罪のゆるし</a:t>
            </a:r>
            <a:r>
              <a:rPr lang="ja-JP" altLang="en-US" sz="44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からだのよみがえり</a:t>
            </a:r>
            <a:r>
              <a:rPr lang="ja-JP" altLang="en-US" sz="4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、</a:t>
            </a: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とこしえの命を信ず</a:t>
            </a:r>
            <a:r>
              <a:rPr lang="ja-JP" altLang="en-US" sz="4400">
                <a:ln w="31550" cmpd="sng">
                  <a:noFill/>
                  <a:prstDash val="solid"/>
                </a:ln>
                <a:solidFill>
                  <a:srgbClr val="FFFFFF"/>
                </a:solidFill>
                <a:latin typeface="BIZ UDPゴシック"/>
                <a:cs typeface="BIZ UDPゴシック"/>
              </a:rPr>
              <a:t>。</a:t>
            </a:r>
            <a:r>
              <a:rPr lang="ja-JP" altLang="en-US" sz="60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アーメン</a:t>
            </a:r>
            <a:r>
              <a:rPr lang="ja-JP" altLang="en-US" sz="4800" kern="1200">
                <a:ln w="31550" cmpd="sng">
                  <a:noFill/>
                  <a:prstDash val="solid"/>
                </a:ln>
                <a:solidFill>
                  <a:srgbClr val="FFFFFF"/>
                </a:solidFill>
                <a:effectLst/>
                <a:latin typeface="BIZ UDPゴシック"/>
                <a:ea typeface="+mn-ea"/>
                <a:cs typeface="BIZ UDPゴシック"/>
              </a:rPr>
              <a:t>。</a:t>
            </a:r>
            <a:endParaRPr lang="ja-JP" altLang="en-US" sz="6000" kern="1200">
              <a:ln w="31550" cmpd="sng">
                <a:noFill/>
                <a:prstDash val="solid"/>
              </a:ln>
              <a:solidFill>
                <a:srgbClr val="FFFFFF"/>
              </a:solidFill>
              <a:effectLst/>
              <a:latin typeface="BIZ UDPゴシック"/>
              <a:ea typeface="+mn-ea"/>
              <a:cs typeface="BIZ UDPゴシック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 anchor="ctr">
        <a:noAutofit/>
      </a:bodyPr>
      <a:lstStyle>
        <a:defPPr marL="346075" indent="-346075">
          <a:defRPr sz="6000" dirty="0" smtClean="0">
            <a:ln w="31550" cmpd="sng">
              <a:noFill/>
              <a:prstDash val="solid"/>
            </a:ln>
            <a:solidFill>
              <a:schemeClr val="bg1"/>
            </a:solidFill>
            <a:effectLst/>
            <a:latin typeface="BIZ UDPゴシック"/>
            <a:ea typeface="BIZ UDPゴシック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BIZ UDPゴシック"/>
        <a:ea typeface="BIZ UDPゴシック"/>
        <a:cs typeface="BIZ UDPゴシック"/>
      </a:majorFont>
      <a:minorFont>
        <a:latin typeface="BIZ UDPゴシック"/>
        <a:ea typeface="BIZ UDPゴシック"/>
        <a:cs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BIZ UDPゴシック"/>
        <a:ea typeface="BIZ UDPゴシック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バッジ</Template>
  <TotalTime>0</TotalTime>
  <Words>242</Words>
  <Application>WPS Slides</Application>
  <PresentationFormat>画面に合わせる (16:9)</PresentationFormat>
  <Paragraphs>21</Paragraphs>
  <Slides>6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ＭＳ Ｐゴシック</vt:lpstr>
      <vt:lpstr>Wingdings</vt:lpstr>
      <vt:lpstr>ＭＳ Ｐゴシック</vt:lpstr>
      <vt:lpstr>Arial</vt:lpstr>
      <vt:lpstr>Microsoft YaHei</vt:lpstr>
      <vt:lpstr>Arial Unicode MS</vt:lpstr>
      <vt:lpstr>Calibri</vt:lpstr>
      <vt:lpstr>SimSun</vt:lpstr>
      <vt:lpstr>Office Theme</vt:lpstr>
      <vt:lpstr>Default Design</vt:lpstr>
      <vt:lpstr>Default Design</vt:lpstr>
      <vt:lpstr>Office Theme</vt:lpstr>
      <vt:lpstr>Office Theme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礼拝</dc:title>
  <dc:creator>サンプル教会</dc:creator>
  <cp:lastModifiedBy>サンプル教会</cp:lastModifiedBy>
  <cp:revision>51</cp:revision>
  <dcterms:created xsi:type="dcterms:W3CDTF">2010-04-07T02:11:00Z</dcterms:created>
  <dcterms:modified xsi:type="dcterms:W3CDTF">2026-10-24T12:51:52Z</dcterms:modified>
</cp:coreProperties>
</file>