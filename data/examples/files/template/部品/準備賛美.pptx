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10"/>
  </p:notesMasterIdLst>
  <p:handoutMasterIdLst>
    <p:handoutMasterId r:id="rId11"/>
  </p:handoutMasterIdLst>
  <p:sldIdLst>
    <p:sldId id="256" r:id="rId8"/>
    <p:sldId id="257" r:id="rId9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1413F3-6D2D-4C65-97C5-0A4A7E0D3805}" type="slidenum">
              <a:rPr lang="en-US"/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3681" y="2477462"/>
            <a:ext cx="2113111" cy="857250"/>
          </a:xfrm>
        </p:spPr>
        <p:txBody>
          <a:bodyPr>
            <a:noAutofit/>
          </a:bodyPr>
          <a:lstStyle/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ja-JP" sz="7200" kern="12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{{曲.番号}}</a:t>
            </a:r>
            <a:endParaRPr lang="en-US" altLang="ja-JP" sz="7200" kern="12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024743" y="2476501"/>
            <a:ext cx="7134625" cy="857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ja-JP" sz="48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cs typeface="BIZ UDPゴシック"/>
              </a:rPr>
              <a:t>{{曲.曲名}}</a:t>
            </a:r>
            <a:endParaRPr lang="en-US" altLang="ja-JP" sz="72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cs typeface="BIZ UDPゴシック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ja-JP" altLang="en-US" sz="96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準備賛美</a:t>
            </a:r>
            <a:endParaRPr lang="ja-JP" altLang="en-US" sz="9600" dirty="0">
              <a:solidFill>
                <a:schemeClr val="bg1"/>
              </a:solidFill>
              <a:effectLst/>
              <a:latin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5143500"/>
          </a:xfrm>
        </p:spPr>
        <p:txBody>
          <a:bodyPr vert="horz" lIns="91440" tIns="45720" rIns="91440" bIns="45720" rtlCol="0" anchor="ctr" anchorCtr="1">
            <a:normAutofit/>
          </a:bodyPr>
          <a:lstStyle/>
          <a:p>
            <a:pPr marL="0" indent="0" algn="ctr">
              <a:buNone/>
            </a:pPr>
            <a:r>
              <a:rPr lang="ja-JP" altLang="en-US" sz="6000" dirty="0">
                <a:solidFill>
                  <a:schemeClr val="bg1"/>
                </a:solidFill>
              </a:rPr>
              <a:t>{{曲.歌詞}}</a:t>
            </a:r>
            <a:endParaRPr lang="ja-JP" altLang="en-US" sz="6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ja-JP" altLang="en-US" sz="2400" dirty="0">
                <a:solidFill>
                  <a:schemeClr val="bg1"/>
                </a:solidFill>
              </a:rPr>
              <a:t>この 1 枚が歌詞のスライド（歌詞ファイルの 2 枚目以降）に置き換わります</a:t>
            </a:r>
            <a:endParaRPr lang="ja-JP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75</Words>
  <Application>WPS Slides</Application>
  <PresentationFormat>画面に合わせる (16:9)</PresentationFormat>
  <Paragraphs>9</Paragraphs>
  <Slides>2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49</cp:revision>
  <dcterms:created xsi:type="dcterms:W3CDTF">2010-04-07T02:11:00Z</dcterms:created>
  <dcterms:modified xsi:type="dcterms:W3CDTF">2026-10-24T12:36:48Z</dcterms:modified>
</cp:coreProperties>
</file>