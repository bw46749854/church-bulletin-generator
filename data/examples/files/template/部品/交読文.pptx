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69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5143500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pPr marL="0" indent="0" algn="ctr">
              <a:buNone/>
            </a:pPr>
            <a:r>
              <a:rPr lang="ja-JP" altLang="en-US" sz="6000" dirty="0">
                <a:solidFill>
                  <a:schemeClr val="bg1"/>
                </a:solidFill>
              </a:rPr>
              <a:t>{{交読文}}</a:t>
            </a:r>
            <a:endParaRPr lang="ja-JP" altLang="en-US" sz="6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ja-JP" altLang="en-US" sz="2400" dirty="0">
                <a:solidFill>
                  <a:schemeClr val="bg1"/>
                </a:solidFill>
              </a:rPr>
              <a:t>この 1 枚が交読文のファイルのスライド（題も）に置き換わります</a:t>
            </a:r>
            <a:endParaRPr lang="ja-JP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39</Words>
  <Application>WPS Slides</Application>
  <PresentationFormat>画面に合わせる (16:9)</PresentationFormat>
  <Paragraphs>3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2026-10-24T12:52:31Z</dcterms:modified>
</cp:coreProperties>
</file>