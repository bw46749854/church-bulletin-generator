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58" r:id="rId8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F6101EA-05CC-4A0D-9F8E-69C325ADEA1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+mn-ea"/>
                <a:cs typeface="BIZ UDPゴシック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Z UDPゴシック"/>
              <a:ea typeface="+mn-ea"/>
              <a:cs typeface="BIZ UDPゴシック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463754"/>
            <a:ext cx="9143999" cy="1106805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0" normalizeH="0" baseline="0" noProof="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+mn-ea"/>
                <a:cs typeface="BIZ UDPゴシック"/>
              </a:rPr>
              <a:t>{{日付}}</a:t>
            </a:r>
            <a:endParaRPr kumimoji="0" lang="en-US" sz="6600" b="0" i="0" u="none" strike="noStrike" kern="1200" cap="none" spc="0" normalizeH="0" baseline="0" noProof="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uLnTx/>
              <a:uFillTx/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2832588"/>
            <a:ext cx="9144000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n-US" sz="5400" b="0" i="0" u="none" strike="noStrike" kern="1200" cap="none" spc="0" normalizeH="0" baseline="0" noProof="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BIZ UDPゴシック"/>
                <a:cs typeface="BIZ UDPゴシック"/>
              </a:rPr>
              <a:t>　　　司会</a:t>
            </a:r>
            <a:r>
              <a:rPr lang="ja-JP" altLang="en-US" sz="540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  <a:cs typeface="BIZ UDPゴシック"/>
              </a:rPr>
              <a:t>       </a:t>
            </a:r>
            <a:r>
              <a:rPr kumimoji="0" lang="en-US" altLang="ja-JP" sz="5400" b="0" i="0" u="none" strike="noStrike" kern="1200" cap="none" spc="0" normalizeH="0" baseline="0" noProof="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BIZ UDPゴシック"/>
                <a:cs typeface="BIZ UDPゴシック"/>
              </a:rPr>
              <a:t>{{司会}}</a:t>
            </a:r>
            <a:endParaRPr kumimoji="0" lang="en-US" altLang="ja-JP" sz="5400" b="0" i="0" u="none" strike="noStrike" kern="1200" cap="none" spc="0" normalizeH="0" baseline="0" noProof="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uLnTx/>
              <a:uFillTx/>
              <a:latin typeface="BIZ UDPゴシック"/>
              <a:ea typeface="BIZ UDPゴシック"/>
              <a:cs typeface="BIZ UDPゴシック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n-US" sz="5400" b="0" i="0" u="none" strike="noStrike" kern="1200" cap="none" spc="0" normalizeH="0" baseline="0" noProof="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BIZ UDPゴシック"/>
                <a:cs typeface="BIZ UDPゴシック"/>
              </a:rPr>
              <a:t>　　　説教</a:t>
            </a:r>
            <a:r>
              <a:rPr lang="ja-JP" altLang="en-US" sz="540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  <a:cs typeface="BIZ UDPゴシック"/>
              </a:rPr>
              <a:t>       </a:t>
            </a:r>
            <a:r>
              <a:rPr lang="en-US" altLang="ja-JP" sz="540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  <a:cs typeface="BIZ UDPゴシック"/>
              </a:rPr>
              <a:t>{{説教者}}</a:t>
            </a:r>
            <a:endParaRPr kumimoji="0" lang="en-US" altLang="ja-JP" sz="5400" b="0" i="0" u="none" strike="noStrike" kern="1200" cap="none" spc="0" normalizeH="0" baseline="0" noProof="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uLnTx/>
              <a:uFillTx/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" y="133350"/>
            <a:ext cx="9143999" cy="12003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n-US" sz="7200" b="1" i="0" u="none" strike="noStrike" kern="1200" cap="none" spc="0" normalizeH="0" baseline="0" noProof="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BIZ UDPゴシック"/>
                <a:cs typeface="BIZ UDPゴシック"/>
              </a:rPr>
              <a:t>主日礼拝</a:t>
            </a:r>
            <a:endParaRPr kumimoji="0" lang="en-US" altLang="ja-JP" sz="7200" b="1" i="0" u="none" strike="noStrike" kern="1200" cap="none" spc="0" normalizeH="0" baseline="0" noProof="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uLnTx/>
              <a:uFillTx/>
              <a:latin typeface="BIZ UDPゴシック"/>
              <a:ea typeface="BIZ UDPゴシック"/>
              <a:cs typeface="BIZ UDPゴシック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anchor="ctr">
        <a:noAutofit/>
      </a:bodyPr>
      <a:lstStyle>
        <a:defPPr marL="346075" indent="-346075">
          <a:defRPr sz="6000" dirty="0" smtClean="0">
            <a:ln w="31550" cmpd="sng">
              <a:noFill/>
              <a:prstDash val="solid"/>
            </a:ln>
            <a:solidFill>
              <a:schemeClr val="bg1"/>
            </a:solidFill>
            <a:effectLst/>
            <a:latin typeface="BIZ UDPゴシック"/>
            <a:ea typeface="BIZ UDPゴシック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47</Words>
  <Application>WPS Slides</Application>
  <PresentationFormat>画面に合わせる (16:9)</PresentationFormat>
  <Paragraphs>7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ＭＳ Ｐゴシック</vt:lpstr>
      <vt:lpstr>Wingdings</vt:lpstr>
      <vt:lpstr>ＭＳ Ｐゴシック</vt:lpstr>
      <vt:lpstr>Arial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51</cp:revision>
  <dcterms:created xsi:type="dcterms:W3CDTF">2010-04-07T02:11:00Z</dcterms:created>
  <dcterms:modified xsi:type="dcterms:W3CDTF">2026-10-24T12:48:19Z</dcterms:modified>
</cp:coreProperties>
</file>