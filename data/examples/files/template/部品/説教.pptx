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0"/>
  </p:handoutMasterIdLst>
  <p:sldIdLst>
    <p:sldId id="275" r:id="rId8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6101EA-05CC-4A0D-9F8E-69C325ADEA1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Z UDPゴシック"/>
                <a:ea typeface="+mn-ea"/>
                <a:cs typeface="BIZ UDPゴシック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21547" y="133350"/>
            <a:ext cx="3005951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11000" b="0" i="0" u="none" strike="noStrike" kern="1200" cap="none" spc="0" normalizeH="0" baseline="0" noProof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説教</a:t>
            </a:r>
            <a:endParaRPr kumimoji="0" lang="en-US" altLang="en-US" sz="11000" b="0" i="0" u="none" strike="noStrike" kern="1200" cap="none" spc="0" normalizeH="0" baseline="0" noProof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594824" y="2017752"/>
            <a:ext cx="10238683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6600" b="0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「</a:t>
            </a:r>
            <a:r>
              <a:rPr lang="en-US" altLang="ja-JP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{{説教題}}</a:t>
            </a:r>
            <a:r>
              <a:rPr kumimoji="0" lang="ja-JP" altLang="en-US" sz="6600" b="0" i="0" u="none" strike="noStrike" kern="1200" cap="none" spc="0" normalizeH="0" baseline="0" noProof="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uLnTx/>
                <a:uFillTx/>
                <a:latin typeface="BIZ UDPゴシック"/>
                <a:ea typeface="BIZ UDPゴシック"/>
                <a:cs typeface="BIZ UDPゴシック"/>
              </a:rPr>
              <a:t>」</a:t>
            </a:r>
            <a:endParaRPr kumimoji="0" lang="ja-JP" altLang="en-US" sz="6600" b="0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2315420" y="3455878"/>
            <a:ext cx="4418196" cy="110799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ja-JP" sz="6600" dirty="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  <a:cs typeface="BIZ UDPゴシック"/>
              </a:rPr>
              <a:t>{{説教者}}</a:t>
            </a:r>
            <a:endParaRPr kumimoji="0" lang="en-US" altLang="ja-JP" sz="6600" b="0" i="0" u="none" strike="noStrike" kern="1200" cap="none" spc="0" normalizeH="0" baseline="0" noProof="0" dirty="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uLnTx/>
              <a:uFillTx/>
              <a:latin typeface="BIZ UDPゴシック"/>
              <a:ea typeface="BIZ UDPゴシック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18</Words>
  <Application>WPS Slides</Application>
  <PresentationFormat>画面に合わせる (16:9)</PresentationFormat>
  <Paragraphs>6</Paragraphs>
  <Slides>1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49</cp:revision>
  <dcterms:created xsi:type="dcterms:W3CDTF">2010-04-07T02:11:00Z</dcterms:created>
  <dcterms:modified xsi:type="dcterms:W3CDTF">2026-10-24T12:38:50Z</dcterms:modified>
</cp:coreProperties>
</file>