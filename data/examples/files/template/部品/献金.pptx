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81" r:id="rId8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6101EA-05CC-4A0D-9F8E-69C325ADEA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16698" y="361950"/>
            <a:ext cx="3942105" cy="178510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/>
            </a:pPr>
            <a:r>
              <a:rPr lang="ja-JP" altLang="en-US" sz="1100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  <a:cs typeface="BIZ UDPゴシック"/>
              </a:rPr>
              <a:t>献　金</a:t>
            </a:r>
            <a:endParaRPr lang="en-US" altLang="en-US" sz="11000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96678" y="2819221"/>
            <a:ext cx="3982179" cy="120032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US" altLang="ja-JP" sz="720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  <a:cs typeface="BIZ UDPゴシック"/>
              </a:rPr>
              <a:t>{{献金}}</a:t>
            </a:r>
            <a:endParaRPr lang="en-US" altLang="ja-JP" sz="7200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BIZ UDPゴシック"/>
              <a:cs typeface="BIZ UDPゴシック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anchor="ctr">
        <a:noAutofit/>
      </a:bodyPr>
      <a:lstStyle>
        <a:defPPr marL="346075" indent="-346075">
          <a:defRPr sz="6000" dirty="0" smtClean="0">
            <a:ln w="31550" cmpd="sng">
              <a:noFill/>
              <a:prstDash val="solid"/>
            </a:ln>
            <a:solidFill>
              <a:schemeClr val="bg1"/>
            </a:solidFill>
            <a:effectLst/>
            <a:latin typeface="BIZ UDPゴシック"/>
            <a:ea typeface="BIZ UDPゴシック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9</Words>
  <Application>WPS Slides</Application>
  <PresentationFormat>画面に合わせる (16:9)</PresentationFormat>
  <Paragraphs>4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ＭＳ Ｐゴシック</vt:lpstr>
      <vt:lpstr>Wingdings</vt:lpstr>
      <vt:lpstr>ＭＳ Ｐゴシック</vt:lpstr>
      <vt:lpstr>Arial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51</cp:revision>
  <dcterms:created xsi:type="dcterms:W3CDTF">2010-04-07T02:11:00Z</dcterms:created>
  <dcterms:modified xsi:type="dcterms:W3CDTF">2026-10-24T12:45:16Z</dcterms:modified>
</cp:coreProperties>
</file>