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9"/>
  </p:notesMasterIdLst>
  <p:handoutMasterIdLst>
    <p:handoutMasterId r:id="rId10"/>
  </p:handoutMasterIdLst>
  <p:sldIdLst>
    <p:sldId id="259" r:id="rId8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1658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11500">
                <a:solidFill>
                  <a:srgbClr val="FFFFFF"/>
                </a:solidFill>
              </a:rPr>
              <a:t>　　</a:t>
            </a:r>
            <a:r>
              <a:rPr kumimoji="1" lang="ja-JP" altLang="en-US" sz="11000">
                <a:solidFill>
                  <a:srgbClr val="FFFFFF"/>
                </a:solidFill>
              </a:rPr>
              <a:t>黙　祷</a:t>
            </a:r>
            <a:endParaRPr kumimoji="1" lang="ja-JP" altLang="en-US" sz="1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anchor="ctr">
        <a:noAutofit/>
      </a:bodyPr>
      <a:lstStyle>
        <a:defPPr marL="346075" indent="-346075">
          <a:defRPr sz="6000" dirty="0" smtClean="0">
            <a:ln w="31550" cmpd="sng">
              <a:noFill/>
              <a:prstDash val="solid"/>
            </a:ln>
            <a:solidFill>
              <a:schemeClr val="bg1"/>
            </a:solidFill>
            <a:effectLst/>
            <a:latin typeface="BIZ UDPゴシック"/>
            <a:ea typeface="BIZ UDPゴシック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5</Words>
  <Application>WPS Slides</Application>
  <PresentationFormat>画面に合わせる (16:9)</PresentationFormat>
  <Paragraphs>2</Paragraphs>
  <Slides>1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ＭＳ Ｐゴシック</vt:lpstr>
      <vt:lpstr>Wingdings</vt:lpstr>
      <vt:lpstr>ＭＳ Ｐゴシック</vt:lpstr>
      <vt:lpstr>Arial</vt:lpstr>
      <vt:lpstr>Microsoft YaHei</vt:lpstr>
      <vt:lpstr>Arial Unicode MS</vt:lpstr>
      <vt:lpstr>Calibri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51</cp:revision>
  <dcterms:created xsi:type="dcterms:W3CDTF">2010-04-07T02:11:00Z</dcterms:created>
  <dcterms:modified xsi:type="dcterms:W3CDTF">2026-10-24T12:41:31Z</dcterms:modified>
</cp:coreProperties>
</file>