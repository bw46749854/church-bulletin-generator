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9"/>
  </p:notesMasterIdLst>
  <p:handoutMasterIdLst>
    <p:handoutMasterId r:id="rId10"/>
  </p:handoutMasterIdLst>
  <p:sldIdLst>
    <p:sldId id="260" r:id="rId8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6pPr>
    <a:lvl7pPr marL="27432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7pPr>
    <a:lvl8pPr marL="32004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8pPr>
    <a:lvl9pPr marL="36576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FFFF"/>
    <a:srgbClr val="000000"/>
    <a:srgbClr val="000099"/>
    <a:srgbClr val="00FFFF"/>
    <a:srgbClr val="FABCF0"/>
    <a:srgbClr val="FCDAF6"/>
    <a:srgbClr val="ECC4E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3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72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CFFF427A-E4E7-44CC-B8A3-B3315B96A4C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36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FF6101EA-05CC-4A0D-9F8E-69C325ADEA1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6101EA-05CC-4A0D-9F8E-69C325ADEA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C6350-FF3C-49F1-A2A5-61BFD8953D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4CCC5-1FB4-4FE2-998E-35536166A37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A2B7-019E-4C02-80C4-2CDDA0E1108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0E45E-AAEA-40CE-8E63-E6268BC0039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0170-5B57-42A8-B8F7-38125125877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9C2CAB-9A36-40EB-8056-08708CD139E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2DFE17-2C80-49E6-A03E-0B091CC3030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F9E09-69E7-4A12-B8F0-729A9507CD2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A7712-0A37-4674-B2C2-BDE613F1474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ECD04-3B22-4A20-A63D-FB91B392319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90FE5-154F-4F91-8239-8F8301CA670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59B65-E13E-4065-9D08-CFF3167B0F0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61742-555D-40AF-BB0D-9534923E20C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801A5-623E-455D-A6D0-00B0C958CDC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47D6E-0CF6-4B5D-AE2D-ADD3814F5D9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57B226-70C6-429A-A1CB-A0F00747778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3BA9D-A62F-4BED-AFA0-68247EC78FC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B99CD-80EA-4910-BD15-26F88D880BD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76C9-1C82-4214-AC41-6291E6EC724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12450-866C-45F3-881C-94222FDDEEF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F4AAA-3E81-4DD4-85C6-0A883857C06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BFF3B3-5BF4-4C16-8F0F-606FD347635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6958BB-4CA5-469D-BA80-55A34FF8B7D7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58F00-84D3-4293-A066-11FAC7E2F8B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47152-9B87-4F87-9543-D8F415B1E3B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AE5B0-893C-4D97-AECE-6B94FAB5D19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0AAE6-F905-474E-87F0-BBCC3FEBFC8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175EC-1147-4868-88C8-365F40CB3EA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86448-EDC0-40E4-9D39-86A89ADC5E28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6D4EFA-F620-4B92-A0B9-861BD6C6A7C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5EF761-DD33-4F4D-AABB-4EBD701DE92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3B7AC-FDAE-45A6-9D53-3BA5846019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B8A71-12A2-49BF-B3D9-78262D0B897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29CD63C8-4DB2-4777-BFDB-581526FA3F7A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30588C7-9DDB-4A6F-9A9E-6A33D1ADB0C2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F0C917B5-CC67-4DB5-B44E-1F7D69248F40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00947" y="634246"/>
            <a:ext cx="3942105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10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BIZ UDPゴシック"/>
              </a:rPr>
              <a:t>招　詞</a:t>
            </a:r>
            <a:endParaRPr lang="en-US" sz="1100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BIZ UDPゴシック"/>
            </a:endParaRPr>
          </a:p>
        </p:txBody>
      </p:sp>
      <p:sp>
        <p:nvSpPr>
          <p:cNvPr id="2" name="正方形/長方形 1"/>
          <p:cNvSpPr/>
          <p:nvPr/>
        </p:nvSpPr>
        <p:spPr>
          <a:xfrm>
            <a:off x="0" y="2724150"/>
            <a:ext cx="9144000" cy="120032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ja-JP" sz="7200" kern="0" dirty="0" err="1">
                <a:solidFill>
                  <a:srgbClr val="FFFFFF"/>
                </a:solidFill>
                <a:effectLst/>
                <a:latin typeface="BIZ UDPゴシック"/>
                <a:ea typeface="BIZ UDPゴシック"/>
                <a:cs typeface="BIZ UDPゴシック"/>
              </a:rPr>
              <a:t>{{招詞}}</a:t>
            </a:r>
            <a:endParaRPr lang="ja-JP" altLang="en-US" sz="7200" dirty="0">
              <a:solidFill>
                <a:srgbClr val="FFFFFF"/>
              </a:solidFill>
              <a:latin typeface="BIZ UDPゴシック"/>
              <a:cs typeface="BIZ UDPゴシック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anchor="ctr">
        <a:noAutofit/>
      </a:bodyPr>
      <a:lstStyle>
        <a:defPPr marL="346075" indent="-346075">
          <a:defRPr sz="6000" dirty="0" smtClean="0">
            <a:ln w="31550" cmpd="sng">
              <a:noFill/>
              <a:prstDash val="solid"/>
            </a:ln>
            <a:solidFill>
              <a:schemeClr val="bg1"/>
            </a:solidFill>
            <a:effectLst/>
            <a:latin typeface="BIZ UDPゴシック"/>
            <a:ea typeface="BIZ UDPゴシック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バッジ</Template>
  <TotalTime>0</TotalTime>
  <Words>9</Words>
  <Application>WPS Slides</Application>
  <PresentationFormat>画面に合わせる (16:9)</PresentationFormat>
  <Paragraphs>4</Paragraphs>
  <Slides>1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ＭＳ Ｐゴシック</vt:lpstr>
      <vt:lpstr>Wingdings</vt:lpstr>
      <vt:lpstr>ＭＳ Ｐゴシック</vt:lpstr>
      <vt:lpstr>Arial</vt:lpstr>
      <vt:lpstr>Microsoft YaHei</vt:lpstr>
      <vt:lpstr>Arial Unicode MS</vt:lpstr>
      <vt:lpstr>Calibri</vt:lpstr>
      <vt:lpstr>SimSun</vt:lpstr>
      <vt:lpstr>Office Theme</vt:lpstr>
      <vt:lpstr>Default Design</vt:lpstr>
      <vt:lpstr>Default Design</vt:lpstr>
      <vt:lpstr>Office Theme</vt:lpstr>
      <vt:lpstr>Office Theme</vt:lpstr>
      <vt:lpstr>Default Design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礼拝</dc:title>
  <dc:creator>サンプル教会</dc:creator>
  <cp:lastModifiedBy>サンプル教会</cp:lastModifiedBy>
  <cp:revision>51</cp:revision>
  <dcterms:created xsi:type="dcterms:W3CDTF">2010-04-07T02:11:00Z</dcterms:created>
  <dcterms:modified xsi:type="dcterms:W3CDTF">2026-10-24T12:39:58Z</dcterms:modified>
</cp:coreProperties>
</file>