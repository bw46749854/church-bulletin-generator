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93" r:id="rId8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0</Words>
  <Application>WPS Slides</Application>
  <PresentationFormat>画面に合わせる (16:9)</PresentationFormat>
  <Paragraphs>0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ＭＳ Ｐゴシック</vt:lpstr>
      <vt:lpstr>Wingdings</vt:lpstr>
      <vt:lpstr>ＭＳ Ｐゴシック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52</cp:revision>
  <dcterms:created xsi:type="dcterms:W3CDTF">2010-04-07T02:11:00Z</dcterms:created>
  <dcterms:modified xsi:type="dcterms:W3CDTF">2026-10-24T13:16:34Z</dcterms:modified>
</cp:coreProperties>
</file>