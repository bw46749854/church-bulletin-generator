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Lst>
  <p:notesMasterIdLst>
    <p:notesMasterId r:id="rId9"/>
  </p:notesMasterIdLst>
  <p:handoutMasterIdLst>
    <p:handoutMasterId r:id="rId10"/>
  </p:handoutMasterIdLst>
  <p:sldIdLst>
    <p:sldId id="257" r:id="rId14"/>
    <p:sldId id="258" r:id="rId15"/>
    <p:sldId id="259" r:id="rId16"/>
    <p:sldId id="260" r:id="rId17"/>
    <p:sldId id="261" r:id="rId18"/>
    <p:sldId id="262" r:id="rId19"/>
    <p:sldId id="263" r:id="rId20"/>
  </p:sldIdLst>
  <p:sldSz cx="9144000" cy="5143500" type="screen16x9"/>
  <p:notesSz cx="6858000" cy="9144000"/>
  <p:defaultTextStyle>
    <a:defPPr>
      <a:defRPr lang="en-US"/>
    </a:defPPr>
    <a:lvl1pPr algn="l" rtl="0" eaLnBrk="0" fontAlgn="base" hangingPunct="0">
      <a:spcBef>
        <a:spcPct val="0"/>
      </a:spcBef>
      <a:spcAft>
        <a:spcPct val="0"/>
      </a:spcAft>
      <a:defRPr sz="6600" kern="1200">
        <a:solidFill>
          <a:schemeClr val="tx1"/>
        </a:solidFill>
        <a:effectLst>
          <a:outerShdw blurRad="38100" dist="38100" dir="2700000" algn="tl">
            <a:srgbClr val="000000">
              <a:alpha val="43137"/>
            </a:srgbClr>
          </a:outerShdw>
        </a:effectLst>
        <a:latin typeface="BIZ UDPゴシック"/>
        <a:ea typeface="+mn-ea"/>
        <a:cs typeface="BIZ UDPゴシック"/>
      </a:defRPr>
    </a:lvl1pPr>
    <a:lvl2pPr marL="457200" algn="l" rtl="0" eaLnBrk="0" fontAlgn="base" hangingPunct="0">
      <a:spcBef>
        <a:spcPct val="0"/>
      </a:spcBef>
      <a:spcAft>
        <a:spcPct val="0"/>
      </a:spcAft>
      <a:defRPr sz="6600" kern="1200">
        <a:solidFill>
          <a:schemeClr val="tx1"/>
        </a:solidFill>
        <a:effectLst>
          <a:outerShdw blurRad="38100" dist="38100" dir="2700000" algn="tl">
            <a:srgbClr val="000000">
              <a:alpha val="43137"/>
            </a:srgbClr>
          </a:outerShdw>
        </a:effectLst>
        <a:latin typeface="BIZ UDPゴシック"/>
        <a:ea typeface="+mn-ea"/>
        <a:cs typeface="BIZ UDPゴシック"/>
      </a:defRPr>
    </a:lvl2pPr>
    <a:lvl3pPr marL="914400" algn="l" rtl="0" eaLnBrk="0" fontAlgn="base" hangingPunct="0">
      <a:spcBef>
        <a:spcPct val="0"/>
      </a:spcBef>
      <a:spcAft>
        <a:spcPct val="0"/>
      </a:spcAft>
      <a:defRPr sz="6600" kern="1200">
        <a:solidFill>
          <a:schemeClr val="tx1"/>
        </a:solidFill>
        <a:effectLst>
          <a:outerShdw blurRad="38100" dist="38100" dir="2700000" algn="tl">
            <a:srgbClr val="000000">
              <a:alpha val="43137"/>
            </a:srgbClr>
          </a:outerShdw>
        </a:effectLst>
        <a:latin typeface="BIZ UDPゴシック"/>
        <a:ea typeface="+mn-ea"/>
        <a:cs typeface="BIZ UDPゴシック"/>
      </a:defRPr>
    </a:lvl3pPr>
    <a:lvl4pPr marL="1371600" algn="l" rtl="0" eaLnBrk="0" fontAlgn="base" hangingPunct="0">
      <a:spcBef>
        <a:spcPct val="0"/>
      </a:spcBef>
      <a:spcAft>
        <a:spcPct val="0"/>
      </a:spcAft>
      <a:defRPr sz="6600" kern="1200">
        <a:solidFill>
          <a:schemeClr val="tx1"/>
        </a:solidFill>
        <a:effectLst>
          <a:outerShdw blurRad="38100" dist="38100" dir="2700000" algn="tl">
            <a:srgbClr val="000000">
              <a:alpha val="43137"/>
            </a:srgbClr>
          </a:outerShdw>
        </a:effectLst>
        <a:latin typeface="BIZ UDPゴシック"/>
        <a:ea typeface="+mn-ea"/>
        <a:cs typeface="BIZ UDPゴシック"/>
      </a:defRPr>
    </a:lvl4pPr>
    <a:lvl5pPr marL="1828800" algn="l" rtl="0" eaLnBrk="0" fontAlgn="base" hangingPunct="0">
      <a:spcBef>
        <a:spcPct val="0"/>
      </a:spcBef>
      <a:spcAft>
        <a:spcPct val="0"/>
      </a:spcAft>
      <a:defRPr sz="6600" kern="1200">
        <a:solidFill>
          <a:schemeClr val="tx1"/>
        </a:solidFill>
        <a:effectLst>
          <a:outerShdw blurRad="38100" dist="38100" dir="2700000" algn="tl">
            <a:srgbClr val="000000">
              <a:alpha val="43137"/>
            </a:srgbClr>
          </a:outerShdw>
        </a:effectLst>
        <a:latin typeface="BIZ UDPゴシック"/>
        <a:ea typeface="+mn-ea"/>
        <a:cs typeface="BIZ UDPゴシック"/>
      </a:defRPr>
    </a:lvl5pPr>
    <a:lvl6pPr marL="2286000" algn="l" defTabSz="914400" rtl="0" eaLnBrk="1" latinLnBrk="0" hangingPunct="1">
      <a:defRPr sz="6600" kern="1200">
        <a:solidFill>
          <a:schemeClr val="tx1"/>
        </a:solidFill>
        <a:effectLst>
          <a:outerShdw blurRad="38100" dist="38100" dir="2700000" algn="tl">
            <a:srgbClr val="000000">
              <a:alpha val="43137"/>
            </a:srgbClr>
          </a:outerShdw>
        </a:effectLst>
        <a:latin typeface="BIZ UDPゴシック"/>
        <a:ea typeface="+mn-ea"/>
        <a:cs typeface="BIZ UDPゴシック"/>
      </a:defRPr>
    </a:lvl6pPr>
    <a:lvl7pPr marL="2743200" algn="l" defTabSz="914400" rtl="0" eaLnBrk="1" latinLnBrk="0" hangingPunct="1">
      <a:defRPr sz="6600" kern="1200">
        <a:solidFill>
          <a:schemeClr val="tx1"/>
        </a:solidFill>
        <a:effectLst>
          <a:outerShdw blurRad="38100" dist="38100" dir="2700000" algn="tl">
            <a:srgbClr val="000000">
              <a:alpha val="43137"/>
            </a:srgbClr>
          </a:outerShdw>
        </a:effectLst>
        <a:latin typeface="BIZ UDPゴシック"/>
        <a:ea typeface="+mn-ea"/>
        <a:cs typeface="BIZ UDPゴシック"/>
      </a:defRPr>
    </a:lvl7pPr>
    <a:lvl8pPr marL="3200400" algn="l" defTabSz="914400" rtl="0" eaLnBrk="1" latinLnBrk="0" hangingPunct="1">
      <a:defRPr sz="6600" kern="1200">
        <a:solidFill>
          <a:schemeClr val="tx1"/>
        </a:solidFill>
        <a:effectLst>
          <a:outerShdw blurRad="38100" dist="38100" dir="2700000" algn="tl">
            <a:srgbClr val="000000">
              <a:alpha val="43137"/>
            </a:srgbClr>
          </a:outerShdw>
        </a:effectLst>
        <a:latin typeface="BIZ UDPゴシック"/>
        <a:ea typeface="+mn-ea"/>
        <a:cs typeface="BIZ UDPゴシック"/>
      </a:defRPr>
    </a:lvl8pPr>
    <a:lvl9pPr marL="3657600" algn="l" defTabSz="914400" rtl="0" eaLnBrk="1" latinLnBrk="0" hangingPunct="1">
      <a:defRPr sz="6600" kern="1200">
        <a:solidFill>
          <a:schemeClr val="tx1"/>
        </a:solidFill>
        <a:effectLst>
          <a:outerShdw blurRad="38100" dist="38100" dir="2700000" algn="tl">
            <a:srgbClr val="000000">
              <a:alpha val="43137"/>
            </a:srgbClr>
          </a:outerShdw>
        </a:effectLst>
        <a:latin typeface="BIZ UDPゴシック"/>
        <a:ea typeface="+mn-ea"/>
        <a:cs typeface="BIZ UDPゴシック"/>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CC"/>
    <a:srgbClr val="FFFFFF"/>
    <a:srgbClr val="000000"/>
    <a:srgbClr val="000099"/>
    <a:srgbClr val="00FFFF"/>
    <a:srgbClr val="FABCF0"/>
    <a:srgbClr val="FCDAF6"/>
    <a:srgbClr val="ECC4E7"/>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13" autoAdjust="0"/>
    <p:restoredTop sz="94660"/>
  </p:normalViewPr>
  <p:slideViewPr>
    <p:cSldViewPr snapToGrid="0" showGuides="1">
      <p:cViewPr varScale="1">
        <p:scale>
          <a:sx n="83" d="100"/>
          <a:sy n="83" d="100"/>
        </p:scale>
        <p:origin x="672" y="64"/>
      </p:cViewPr>
      <p:guideLst>
        <p:guide orient="horz" pos="162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handoutMaster" Target="handoutMasters/handoutMaster1.xml"/><Relationship Id="rId1" Type="http://schemas.openxmlformats.org/officeDocument/2006/relationships/slideMaster" Target="slideMasters/slide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effectLst/>
              </a:defRPr>
            </a:lvl1pPr>
          </a:lstStyle>
          <a:p>
            <a:pPr>
              <a:defRPr/>
            </a:pPr>
            <a:endParaRPr lang="en-US"/>
          </a:p>
        </p:txBody>
      </p:sp>
      <p:sp>
        <p:nvSpPr>
          <p:cNvPr id="49155"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effectLst/>
              </a:defRPr>
            </a:lvl1pPr>
          </a:lstStyle>
          <a:p>
            <a:pPr>
              <a:defRPr/>
            </a:pPr>
            <a:endParaRPr lang="en-US"/>
          </a:p>
        </p:txBody>
      </p:sp>
      <p:sp>
        <p:nvSpPr>
          <p:cNvPr id="49156"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effectLst/>
              </a:defRPr>
            </a:lvl1pPr>
          </a:lstStyle>
          <a:p>
            <a:pPr>
              <a:defRPr/>
            </a:pPr>
            <a:endParaRPr lang="en-US"/>
          </a:p>
        </p:txBody>
      </p:sp>
      <p:sp>
        <p:nvSpPr>
          <p:cNvPr id="49157"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effectLst/>
              </a:defRPr>
            </a:lvl1pPr>
          </a:lstStyle>
          <a:p>
            <a:pPr>
              <a:defRPr/>
            </a:pPr>
            <a:fld id="{CFFF427A-E4E7-44CC-B8A3-B3315B96A4C6}" type="slidenum">
              <a:rPr lang="en-US"/>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61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effectLst/>
              </a:defRPr>
            </a:lvl1pPr>
          </a:lstStyle>
          <a:p>
            <a:pPr>
              <a:defRPr/>
            </a:pPr>
            <a:endParaRPr lang="en-US"/>
          </a:p>
        </p:txBody>
      </p:sp>
      <p:sp>
        <p:nvSpPr>
          <p:cNvPr id="13619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effectLst/>
              </a:defRPr>
            </a:lvl1pPr>
          </a:lstStyle>
          <a:p>
            <a:pPr>
              <a:defRPr/>
            </a:pPr>
            <a:endParaRPr lang="en-US"/>
          </a:p>
        </p:txBody>
      </p:sp>
      <p:sp>
        <p:nvSpPr>
          <p:cNvPr id="6246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p:spPr>
      </p:sp>
      <p:sp>
        <p:nvSpPr>
          <p:cNvPr id="13619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13619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effectLst/>
              </a:defRPr>
            </a:lvl1pPr>
          </a:lstStyle>
          <a:p>
            <a:pPr>
              <a:defRPr/>
            </a:pPr>
            <a:endParaRPr lang="en-US"/>
          </a:p>
        </p:txBody>
      </p:sp>
      <p:sp>
        <p:nvSpPr>
          <p:cNvPr id="13619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effectLst/>
              </a:defRPr>
            </a:lvl1pPr>
          </a:lstStyle>
          <a:p>
            <a:pPr>
              <a:defRPr/>
            </a:pPr>
            <a:fld id="{FF6101EA-05CC-4A0D-9F8E-69C325ADEA16}" type="slidenum">
              <a:rPr 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BIZ UDPゴシック"/>
        <a:ea typeface="+mn-ea"/>
        <a:cs typeface="BIZ UDPゴシック"/>
      </a:defRPr>
    </a:lvl1pPr>
    <a:lvl2pPr marL="457200" algn="l" rtl="0" eaLnBrk="0" fontAlgn="base" hangingPunct="0">
      <a:spcBef>
        <a:spcPct val="30000"/>
      </a:spcBef>
      <a:spcAft>
        <a:spcPct val="0"/>
      </a:spcAft>
      <a:defRPr sz="1200" kern="1200">
        <a:solidFill>
          <a:schemeClr val="tx1"/>
        </a:solidFill>
        <a:latin typeface="BIZ UDPゴシック"/>
        <a:ea typeface="+mn-ea"/>
        <a:cs typeface="BIZ UDPゴシック"/>
      </a:defRPr>
    </a:lvl2pPr>
    <a:lvl3pPr marL="914400" algn="l" rtl="0" eaLnBrk="0" fontAlgn="base" hangingPunct="0">
      <a:spcBef>
        <a:spcPct val="30000"/>
      </a:spcBef>
      <a:spcAft>
        <a:spcPct val="0"/>
      </a:spcAft>
      <a:defRPr sz="1200" kern="1200">
        <a:solidFill>
          <a:schemeClr val="tx1"/>
        </a:solidFill>
        <a:latin typeface="BIZ UDPゴシック"/>
        <a:ea typeface="+mn-ea"/>
        <a:cs typeface="BIZ UDPゴシック"/>
      </a:defRPr>
    </a:lvl3pPr>
    <a:lvl4pPr marL="1371600" algn="l" rtl="0" eaLnBrk="0" fontAlgn="base" hangingPunct="0">
      <a:spcBef>
        <a:spcPct val="30000"/>
      </a:spcBef>
      <a:spcAft>
        <a:spcPct val="0"/>
      </a:spcAft>
      <a:defRPr sz="1200" kern="1200">
        <a:solidFill>
          <a:schemeClr val="tx1"/>
        </a:solidFill>
        <a:latin typeface="BIZ UDPゴシック"/>
        <a:ea typeface="+mn-ea"/>
        <a:cs typeface="BIZ UDPゴシック"/>
      </a:defRPr>
    </a:lvl4pPr>
    <a:lvl5pPr marL="1828800" algn="l" rtl="0" eaLnBrk="0" fontAlgn="base" hangingPunct="0">
      <a:spcBef>
        <a:spcPct val="30000"/>
      </a:spcBef>
      <a:spcAft>
        <a:spcPct val="0"/>
      </a:spcAft>
      <a:defRPr sz="1200" kern="1200">
        <a:solidFill>
          <a:schemeClr val="tx1"/>
        </a:solidFill>
        <a:latin typeface="BIZ UDPゴシック"/>
        <a:ea typeface="+mn-ea"/>
        <a:cs typeface="BIZ UDPゴシック"/>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FDCC5289-FFBD-4DB5-9D04-8126AAFDE6F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31F75A-EB3B-4079-85B8-E6AA62145624}"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FDCC5289-FFBD-4DB5-9D04-8126AAFDE6F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31F75A-EB3B-4079-85B8-E6AA6214562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FDCC5289-FFBD-4DB5-9D04-8126AAFDE6F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31F75A-EB3B-4079-85B8-E6AA6214562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FDCC5289-FFBD-4DB5-9D04-8126AAFDE6F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31F75A-EB3B-4079-85B8-E6AA6214562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FDCC5289-FFBD-4DB5-9D04-8126AAFDE6F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C31F75A-EB3B-4079-85B8-E6AA6214562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FDCC5289-FFBD-4DB5-9D04-8126AAFDE6F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C31F75A-EB3B-4079-85B8-E6AA6214562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CC5289-FFBD-4DB5-9D04-8126AAFDE6F1}"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C31F75A-EB3B-4079-85B8-E6AA6214562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FDCC5289-FFBD-4DB5-9D04-8126AAFDE6F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31F75A-EB3B-4079-85B8-E6AA62145624}"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FDCC5289-FFBD-4DB5-9D04-8126AAFDE6F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31F75A-EB3B-4079-85B8-E6AA6214562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FDCC5289-FFBD-4DB5-9D04-8126AAFDE6F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31F75A-EB3B-4079-85B8-E6AA62145624}"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FDCC5289-FFBD-4DB5-9D04-8126AAFDE6F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31F75A-EB3B-4079-85B8-E6AA62145624}"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F43C6350-FF3C-49F1-A2A5-61BFD8953DE9}" type="slidenum">
              <a:rPr lang="en-US" altLang="ja-JP"/>
            </a:fld>
            <a:endParaRPr lang="en-US" altLang="ja-JP"/>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3974CCC5-1FB4-4FE2-998E-35536166A373}" type="slidenum">
              <a:rPr lang="en-US" altLang="ja-JP"/>
            </a:fld>
            <a:endParaRPr lang="en-US" altLang="ja-JP"/>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25F0A2B7-019E-4C02-80C4-2CDDA0E1108E}" type="slidenum">
              <a:rPr lang="en-US" altLang="ja-JP"/>
            </a:fld>
            <a:endParaRPr lang="en-US" altLang="ja-JP"/>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fld id="{C730E45E-AAEA-40CE-8E63-E6268BC0039C}" type="slidenum">
              <a:rPr lang="en-US" altLang="ja-JP"/>
            </a:fld>
            <a:endParaRPr lang="en-US" altLang="ja-JP"/>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fld id="{55B70170-5B57-42A8-B8F7-381251258770}" type="slidenum">
              <a:rPr lang="en-US" altLang="ja-JP"/>
            </a:fld>
            <a:endParaRPr lang="en-US" altLang="ja-JP"/>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fld id="{F49C2CAB-9A36-40EB-8056-08708CD139ED}" type="slidenum">
              <a:rPr lang="en-US" altLang="ja-JP"/>
            </a:fld>
            <a:endParaRPr lang="en-US" altLang="ja-JP"/>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fld id="{822DFE17-2C80-49E6-A03E-0B091CC30306}" type="slidenum">
              <a:rPr lang="en-US" altLang="ja-JP"/>
            </a:fld>
            <a:endParaRPr lang="en-US" altLang="ja-JP"/>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fld id="{76AF9E09-69E7-4A12-B8F0-729A9507CD25}" type="slidenum">
              <a:rPr lang="en-US" altLang="ja-JP"/>
            </a:fld>
            <a:endParaRPr lang="en-US" altLang="ja-JP"/>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fld id="{527A7712-0A37-4674-B2C2-BDE613F14749}" type="slidenum">
              <a:rPr lang="en-US" altLang="ja-JP"/>
            </a:fld>
            <a:endParaRPr lang="en-US" altLang="ja-JP"/>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61CECD04-3B22-4A20-A63D-FB91B392319D}" type="slidenum">
              <a:rPr lang="en-US" altLang="ja-JP"/>
            </a:fld>
            <a:endParaRPr lang="en-US" altLang="ja-JP"/>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00590FE5-154F-4F91-8239-8F8301CA670A}" type="slidenum">
              <a:rPr lang="en-US" altLang="ja-JP"/>
            </a:fld>
            <a:endParaRPr lang="en-US" altLang="ja-JP"/>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58159B65-E13E-4065-9D08-CFF3167B0F02}" type="slidenum">
              <a:rPr lang="en-US" altLang="ja-JP"/>
            </a:fld>
            <a:endParaRPr lang="en-US" altLang="ja-JP"/>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2DA61742-555D-40AF-BB0D-9534923E20C0}" type="slidenum">
              <a:rPr lang="en-US" altLang="ja-JP"/>
            </a:fld>
            <a:endParaRPr lang="en-US" altLang="ja-JP"/>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7E4801A5-623E-455D-A6D0-00B0C958CDC5}" type="slidenum">
              <a:rPr lang="en-US" altLang="ja-JP"/>
            </a:fld>
            <a:endParaRPr lang="en-US" altLang="ja-JP"/>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fld id="{DB047D6E-0CF6-4B5D-AE2D-ADD3814F5D91}" type="slidenum">
              <a:rPr lang="en-US" altLang="ja-JP"/>
            </a:fld>
            <a:endParaRPr lang="en-US" altLang="ja-JP"/>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fld id="{E357B226-70C6-429A-A1CB-A0F007477783}" type="slidenum">
              <a:rPr lang="en-US" altLang="ja-JP"/>
            </a:fld>
            <a:endParaRPr lang="en-US" altLang="ja-JP"/>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fld id="{4C93BA9D-A62F-4BED-AFA0-68247EC78FCE}" type="slidenum">
              <a:rPr lang="en-US" altLang="ja-JP"/>
            </a:fld>
            <a:endParaRPr lang="en-US" altLang="ja-JP"/>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fld id="{79DB99CD-80EA-4910-BD15-26F88D880BD3}" type="slidenum">
              <a:rPr lang="en-US" altLang="ja-JP"/>
            </a:fld>
            <a:endParaRPr lang="en-US" altLang="ja-JP"/>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fld id="{9E1076C9-1C82-4214-AC41-6291E6EC7242}" type="slidenum">
              <a:rPr lang="en-US" altLang="ja-JP"/>
            </a:fld>
            <a:endParaRPr lang="en-US" altLang="ja-JP"/>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fld id="{8E712450-866C-45F3-881C-94222FDDEEF1}" type="slidenum">
              <a:rPr lang="en-US" altLang="ja-JP"/>
            </a:fld>
            <a:endParaRPr lang="en-US" altLang="ja-JP"/>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A91F4AAA-3E81-4DD4-85C6-0A883857C061}" type="slidenum">
              <a:rPr lang="en-US" altLang="ja-JP"/>
            </a:fld>
            <a:endParaRPr lang="en-US" altLang="ja-JP"/>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43BFF3B3-5BF4-4C16-8F0F-606FD3476355}" type="slidenum">
              <a:rPr lang="en-US" altLang="ja-JP"/>
            </a:fld>
            <a:endParaRPr lang="en-US" altLang="ja-JP"/>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6F6BCBD0-2756-4B11-BDBB-FBAA9933AF94}" type="slidenum">
              <a:rPr lang="en-US" smtClean="0"/>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CF4B9BF-EF44-43CE-8169-DEB554B794BD}" type="slidenum">
              <a:rPr lang="en-US" smtClean="0"/>
            </a:fld>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F4BDA2D-709D-4459-8940-41636B64619F}" type="slidenum">
              <a:rPr lang="en-US" smtClean="0"/>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ECD49FA-F44B-45A1-8FC9-8E186753F0C5}" type="slidenum">
              <a:rPr lang="en-US" smtClean="0"/>
            </a:fld>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311EEBD-2707-4156-B931-43A155470050}" type="slidenum">
              <a:rPr lang="en-US" smtClean="0"/>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E4BCEAA1-6472-455A-8405-1E3B4BAC4745}" type="slidenum">
              <a:rPr lang="en-US" smtClean="0"/>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19B1B7F7-B46A-4C61-B83C-460DA0986064}" type="slidenum">
              <a:rPr lang="en-US" smtClean="0"/>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25AA3AEF-A346-492F-A355-38AC59C28C3D}" type="slidenum">
              <a:rPr lang="en-US" smtClean="0"/>
            </a:fld>
            <a:endParaRPr 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D0118920-0B1C-4953-B617-E6DA55468508}" type="slidenum">
              <a:rPr lang="en-US" smtClean="0"/>
            </a:fld>
            <a:endParaRPr 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10676DA-CF16-42D5-9B21-30F6D18DFC21}" type="slidenum">
              <a:rPr lang="en-US" smtClean="0"/>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94DABF0-3659-4EB4-8CB1-47A861712830}" type="slidenum">
              <a:rPr lang="en-US" smtClean="0"/>
            </a:fld>
            <a:endParaRPr 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7B31EEE7-407C-44EA-8C42-2E31258E0BA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74B420-8515-4D55-BD3B-53A8BA6EF51B}" type="slidenum">
              <a:rPr lang="en-US" smtClean="0"/>
            </a:fld>
            <a:endParaRPr 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B31EEE7-407C-44EA-8C42-2E31258E0BA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74B420-8515-4D55-BD3B-53A8BA6EF51B}" type="slidenum">
              <a:rPr lang="en-US" smtClean="0"/>
            </a:fld>
            <a:endParaRPr 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B31EEE7-407C-44EA-8C42-2E31258E0BA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74B420-8515-4D55-BD3B-53A8BA6EF51B}" type="slidenum">
              <a:rPr lang="en-US" smtClean="0"/>
            </a:fld>
            <a:endParaRPr 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7B31EEE7-407C-44EA-8C42-2E31258E0BA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74B420-8515-4D55-BD3B-53A8BA6EF51B}" type="slidenum">
              <a:rPr lang="en-US" smtClean="0"/>
            </a:fld>
            <a:endParaRPr 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7B31EEE7-407C-44EA-8C42-2E31258E0BAB}"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74B420-8515-4D55-BD3B-53A8BA6EF51B}" type="slidenum">
              <a:rPr lang="en-US" smtClean="0"/>
            </a:fld>
            <a:endParaRPr 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7B31EEE7-407C-44EA-8C42-2E31258E0BA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C74B420-8515-4D55-BD3B-53A8BA6EF51B}" type="slidenum">
              <a:rPr lang="en-US" smtClean="0"/>
            </a:fld>
            <a:endParaRPr 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31EEE7-407C-44EA-8C42-2E31258E0BA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C74B420-8515-4D55-BD3B-53A8BA6EF51B}" type="slidenum">
              <a:rPr lang="en-US" smtClean="0"/>
            </a:fld>
            <a:endParaRPr 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B31EEE7-407C-44EA-8C42-2E31258E0BA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74B420-8515-4D55-BD3B-53A8BA6EF51B}" type="slidenum">
              <a:rPr lang="en-US" smtClean="0"/>
            </a:fld>
            <a:endParaRPr 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B31EEE7-407C-44EA-8C42-2E31258E0BA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74B420-8515-4D55-BD3B-53A8BA6EF51B}" type="slidenum">
              <a:rPr lang="en-US" smtClean="0"/>
            </a:fld>
            <a:endParaRPr 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B31EEE7-407C-44EA-8C42-2E31258E0BA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74B420-8515-4D55-BD3B-53A8BA6EF51B}" type="slidenum">
              <a:rPr lang="en-US" smtClean="0"/>
            </a:fld>
            <a:endParaRPr 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1"/>
            <a:ext cx="2057400" cy="329088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154781"/>
            <a:ext cx="6019800" cy="329088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B31EEE7-407C-44EA-8C42-2E31258E0BA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74B420-8515-4D55-BD3B-53A8BA6EF51B}" type="slidenum">
              <a:rPr lang="en-US" smtClean="0"/>
            </a:fld>
            <a:endParaRPr 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836958BB-4CA5-469D-BA80-55A34FF8B7D7}" type="slidenum">
              <a:rPr lang="en-US" altLang="ja-JP"/>
            </a:fld>
            <a:endParaRPr lang="en-US" altLang="ja-JP"/>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E0D58F00-84D3-4293-A066-11FAC7E2F8B5}" type="slidenum">
              <a:rPr lang="en-US" altLang="ja-JP"/>
            </a:fld>
            <a:endParaRPr lang="en-US" altLang="ja-JP"/>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15847152-9B87-4F87-9543-D8F415B1E3B9}" type="slidenum">
              <a:rPr lang="en-US" altLang="ja-JP"/>
            </a:fld>
            <a:endParaRPr lang="en-US" altLang="ja-JP"/>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fld id="{EE3AE5B0-893C-4D97-AECE-6B94FAB5D19A}" type="slidenum">
              <a:rPr lang="en-US" altLang="ja-JP"/>
            </a:fld>
            <a:endParaRPr lang="en-US" altLang="ja-JP"/>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fld id="{7280AAE6-F905-474E-87F0-BBCC3FEBFC86}" type="slidenum">
              <a:rPr lang="en-US" altLang="ja-JP"/>
            </a:fld>
            <a:endParaRPr lang="en-US" altLang="ja-JP"/>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fld id="{60F175EC-1147-4868-88C8-365F40CB3EA6}" type="slidenum">
              <a:rPr lang="en-US" altLang="ja-JP"/>
            </a:fld>
            <a:endParaRPr lang="en-US" altLang="ja-JP"/>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fld id="{AB686448-EDC0-40E4-9D39-86A89ADC5E28}" type="slidenum">
              <a:rPr lang="en-US" altLang="ja-JP"/>
            </a:fld>
            <a:endParaRPr lang="en-US" altLang="ja-JP"/>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fld id="{986D4EFA-F620-4B92-A0B9-861BD6C6A7C4}" type="slidenum">
              <a:rPr lang="en-US" altLang="ja-JP"/>
            </a:fld>
            <a:endParaRPr lang="en-US" altLang="ja-JP"/>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fld id="{6F5EF761-DD33-4F4D-AABB-4EBD701DE924}" type="slidenum">
              <a:rPr lang="en-US" altLang="ja-JP"/>
            </a:fld>
            <a:endParaRPr lang="en-US" altLang="ja-JP"/>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4313B7AC-FDAE-45A6-9D53-3BA5846019E9}" type="slidenum">
              <a:rPr lang="en-US" altLang="ja-JP"/>
            </a:fld>
            <a:endParaRPr lang="en-US" altLang="ja-JP"/>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937B8A71-12A2-49BF-B3D9-78262D0B897C}" type="slidenum">
              <a:rPr lang="en-US" altLang="ja-JP"/>
            </a:fld>
            <a:endParaRPr lang="en-US" altLang="ja-JP"/>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2" Type="http://schemas.openxmlformats.org/officeDocument/2006/relationships/theme" Target="../theme/theme4.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2" Type="http://schemas.openxmlformats.org/officeDocument/2006/relationships/theme" Target="../theme/theme5.xml"/><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2" Type="http://schemas.openxmlformats.org/officeDocument/2006/relationships/theme" Target="../theme/theme6.xml"/><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FDCC5289-FFBD-4DB5-9D04-8126AAFDE6F1}" type="datetimeFigureOut">
              <a:rPr lang="en-US" smtClean="0"/>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C31F75A-EB3B-4079-85B8-E6AA62145624}"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00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ja-JP"/>
              <a:t>Click to edit Master title style</a:t>
            </a:r>
            <a:endParaRPr lang="en-US" altLang="ja-JP"/>
          </a:p>
        </p:txBody>
      </p:sp>
      <p:sp>
        <p:nvSpPr>
          <p:cNvPr id="1027" name="Rectangle 3"/>
          <p:cNvSpPr>
            <a:spLocks noGrp="1" noChangeArrowheads="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ja-JP"/>
              <a:t>Click to edit Master text styles</a:t>
            </a:r>
            <a:endParaRPr lang="en-US" altLang="ja-JP"/>
          </a:p>
          <a:p>
            <a:pPr lvl="1"/>
            <a:r>
              <a:rPr lang="en-US" altLang="ja-JP"/>
              <a:t>Second level</a:t>
            </a:r>
            <a:endParaRPr lang="en-US" altLang="ja-JP"/>
          </a:p>
          <a:p>
            <a:pPr lvl="2"/>
            <a:r>
              <a:rPr lang="en-US" altLang="ja-JP"/>
              <a:t>Third level</a:t>
            </a:r>
            <a:endParaRPr lang="en-US" altLang="ja-JP"/>
          </a:p>
          <a:p>
            <a:pPr lvl="3"/>
            <a:r>
              <a:rPr lang="en-US" altLang="ja-JP"/>
              <a:t>Fourth level</a:t>
            </a:r>
            <a:endParaRPr lang="en-US" altLang="ja-JP"/>
          </a:p>
          <a:p>
            <a:pPr lvl="4"/>
            <a:r>
              <a:rPr lang="en-US" altLang="ja-JP"/>
              <a:t>Fifth level</a:t>
            </a:r>
            <a:endParaRPr lang="en-US" altLang="ja-JP"/>
          </a:p>
        </p:txBody>
      </p:sp>
      <p:sp>
        <p:nvSpPr>
          <p:cNvPr id="1028" name="Rectangle 4"/>
          <p:cNvSpPr>
            <a:spLocks noGrp="1" noChangeArrowheads="1"/>
          </p:cNvSpPr>
          <p:nvPr>
            <p:ph type="dt" sz="half" idx="2"/>
          </p:nvPr>
        </p:nvSpPr>
        <p:spPr bwMode="auto">
          <a:xfrm>
            <a:off x="457200" y="4684713"/>
            <a:ext cx="2133600" cy="357187"/>
          </a:xfrm>
          <a:prstGeom prst="rect">
            <a:avLst/>
          </a:prstGeom>
          <a:noFill/>
          <a:ln w="9525">
            <a:noFill/>
            <a:miter lim="800000"/>
          </a:ln>
          <a:effectLst/>
        </p:spPr>
        <p:txBody>
          <a:bodyPr vert="horz" wrap="square" lIns="91440" tIns="45720" rIns="91440" bIns="45720" numCol="1" anchor="t" anchorCtr="0" compatLnSpc="1"/>
          <a:lstStyle>
            <a:lvl1pPr>
              <a:defRPr sz="1400">
                <a:latin typeface="BIZ UDPゴシック"/>
                <a:cs typeface="BIZ UDPゴシック"/>
              </a:defRPr>
            </a:lvl1pPr>
          </a:lstStyle>
          <a:p>
            <a:pPr>
              <a:defRPr/>
            </a:pPr>
            <a:endParaRPr lang="en-US"/>
          </a:p>
        </p:txBody>
      </p:sp>
      <p:sp>
        <p:nvSpPr>
          <p:cNvPr id="1029" name="Rectangle 5"/>
          <p:cNvSpPr>
            <a:spLocks noGrp="1" noChangeArrowheads="1"/>
          </p:cNvSpPr>
          <p:nvPr>
            <p:ph type="ftr" sz="quarter" idx="3"/>
          </p:nvPr>
        </p:nvSpPr>
        <p:spPr bwMode="auto">
          <a:xfrm>
            <a:off x="3124200" y="4684713"/>
            <a:ext cx="2895600" cy="357187"/>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BIZ UDPゴシック"/>
                <a:cs typeface="BIZ UDPゴシック"/>
              </a:defRPr>
            </a:lvl1pPr>
          </a:lstStyle>
          <a:p>
            <a:pPr>
              <a:defRPr/>
            </a:pPr>
            <a:endParaRPr lang="en-US"/>
          </a:p>
        </p:txBody>
      </p:sp>
      <p:sp>
        <p:nvSpPr>
          <p:cNvPr id="1030" name="Rectangle 6"/>
          <p:cNvSpPr>
            <a:spLocks noGrp="1" noChangeArrowheads="1"/>
          </p:cNvSpPr>
          <p:nvPr>
            <p:ph type="sldNum" sz="quarter" idx="4"/>
          </p:nvPr>
        </p:nvSpPr>
        <p:spPr bwMode="auto">
          <a:xfrm>
            <a:off x="6553200" y="4684713"/>
            <a:ext cx="2133600" cy="357187"/>
          </a:xfrm>
          <a:prstGeom prst="rect">
            <a:avLst/>
          </a:prstGeom>
          <a:noFill/>
          <a:ln w="9525">
            <a:noFill/>
            <a:miter lim="800000"/>
          </a:ln>
          <a:effectLst/>
        </p:spPr>
        <p:txBody>
          <a:bodyPr vert="horz" wrap="square" lIns="91440" tIns="45720" rIns="91440" bIns="45720" numCol="1" anchor="t" anchorCtr="0" compatLnSpc="1"/>
          <a:lstStyle>
            <a:lvl1pPr algn="r">
              <a:defRPr sz="1400">
                <a:ea typeface="BIZ UDPゴシック"/>
              </a:defRPr>
            </a:lvl1pPr>
          </a:lstStyle>
          <a:p>
            <a:fld id="{29CD63C8-4DB2-4777-BFDB-581526FA3F7A}" type="slidenum">
              <a:rPr lang="en-US" altLang="ja-JP"/>
            </a:fld>
            <a:endParaRPr lang="en-US" altLang="ja-JP"/>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BIZ UDPゴシック"/>
          <a:cs typeface="BIZ UDPゴシック"/>
        </a:defRPr>
      </a:lvl2pPr>
      <a:lvl3pPr algn="ctr" rtl="0" eaLnBrk="0" fontAlgn="base" hangingPunct="0">
        <a:spcBef>
          <a:spcPct val="0"/>
        </a:spcBef>
        <a:spcAft>
          <a:spcPct val="0"/>
        </a:spcAft>
        <a:defRPr sz="4400">
          <a:solidFill>
            <a:schemeClr val="tx2"/>
          </a:solidFill>
          <a:latin typeface="BIZ UDPゴシック"/>
          <a:cs typeface="BIZ UDPゴシック"/>
        </a:defRPr>
      </a:lvl3pPr>
      <a:lvl4pPr algn="ctr" rtl="0" eaLnBrk="0" fontAlgn="base" hangingPunct="0">
        <a:spcBef>
          <a:spcPct val="0"/>
        </a:spcBef>
        <a:spcAft>
          <a:spcPct val="0"/>
        </a:spcAft>
        <a:defRPr sz="4400">
          <a:solidFill>
            <a:schemeClr val="tx2"/>
          </a:solidFill>
          <a:latin typeface="BIZ UDPゴシック"/>
          <a:cs typeface="BIZ UDPゴシック"/>
        </a:defRPr>
      </a:lvl4pPr>
      <a:lvl5pPr algn="ctr" rtl="0" eaLnBrk="0" fontAlgn="base" hangingPunct="0">
        <a:spcBef>
          <a:spcPct val="0"/>
        </a:spcBef>
        <a:spcAft>
          <a:spcPct val="0"/>
        </a:spcAft>
        <a:defRPr sz="4400">
          <a:solidFill>
            <a:schemeClr val="tx2"/>
          </a:solidFill>
          <a:latin typeface="BIZ UDPゴシック"/>
          <a:cs typeface="BIZ UDPゴシック"/>
        </a:defRPr>
      </a:lvl5pPr>
      <a:lvl6pPr marL="457200" algn="ctr" rtl="0" fontAlgn="base">
        <a:spcBef>
          <a:spcPct val="0"/>
        </a:spcBef>
        <a:spcAft>
          <a:spcPct val="0"/>
        </a:spcAft>
        <a:defRPr sz="4400">
          <a:solidFill>
            <a:schemeClr val="tx2"/>
          </a:solidFill>
          <a:latin typeface="BIZ UDPゴシック"/>
          <a:cs typeface="BIZ UDPゴシック"/>
        </a:defRPr>
      </a:lvl6pPr>
      <a:lvl7pPr marL="914400" algn="ctr" rtl="0" fontAlgn="base">
        <a:spcBef>
          <a:spcPct val="0"/>
        </a:spcBef>
        <a:spcAft>
          <a:spcPct val="0"/>
        </a:spcAft>
        <a:defRPr sz="4400">
          <a:solidFill>
            <a:schemeClr val="tx2"/>
          </a:solidFill>
          <a:latin typeface="BIZ UDPゴシック"/>
          <a:cs typeface="BIZ UDPゴシック"/>
        </a:defRPr>
      </a:lvl7pPr>
      <a:lvl8pPr marL="1371600" algn="ctr" rtl="0" fontAlgn="base">
        <a:spcBef>
          <a:spcPct val="0"/>
        </a:spcBef>
        <a:spcAft>
          <a:spcPct val="0"/>
        </a:spcAft>
        <a:defRPr sz="4400">
          <a:solidFill>
            <a:schemeClr val="tx2"/>
          </a:solidFill>
          <a:latin typeface="BIZ UDPゴシック"/>
          <a:cs typeface="BIZ UDPゴシック"/>
        </a:defRPr>
      </a:lvl8pPr>
      <a:lvl9pPr marL="1828800" algn="ctr" rtl="0" fontAlgn="base">
        <a:spcBef>
          <a:spcPct val="0"/>
        </a:spcBef>
        <a:spcAft>
          <a:spcPct val="0"/>
        </a:spcAft>
        <a:defRPr sz="4400">
          <a:solidFill>
            <a:schemeClr val="tx2"/>
          </a:solidFill>
          <a:latin typeface="BIZ UDPゴシック"/>
          <a:cs typeface="BIZ UDPゴシック"/>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00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ja-JP"/>
              <a:t>Click to edit Master title style</a:t>
            </a:r>
            <a:endParaRPr lang="en-US" altLang="ja-JP"/>
          </a:p>
        </p:txBody>
      </p:sp>
      <p:sp>
        <p:nvSpPr>
          <p:cNvPr id="1027" name="Rectangle 3"/>
          <p:cNvSpPr>
            <a:spLocks noGrp="1" noChangeArrowheads="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ja-JP"/>
              <a:t>Click to edit Master text styles</a:t>
            </a:r>
            <a:endParaRPr lang="en-US" altLang="ja-JP"/>
          </a:p>
          <a:p>
            <a:pPr lvl="1"/>
            <a:r>
              <a:rPr lang="en-US" altLang="ja-JP"/>
              <a:t>Second level</a:t>
            </a:r>
            <a:endParaRPr lang="en-US" altLang="ja-JP"/>
          </a:p>
          <a:p>
            <a:pPr lvl="2"/>
            <a:r>
              <a:rPr lang="en-US" altLang="ja-JP"/>
              <a:t>Third level</a:t>
            </a:r>
            <a:endParaRPr lang="en-US" altLang="ja-JP"/>
          </a:p>
          <a:p>
            <a:pPr lvl="3"/>
            <a:r>
              <a:rPr lang="en-US" altLang="ja-JP"/>
              <a:t>Fourth level</a:t>
            </a:r>
            <a:endParaRPr lang="en-US" altLang="ja-JP"/>
          </a:p>
          <a:p>
            <a:pPr lvl="4"/>
            <a:r>
              <a:rPr lang="en-US" altLang="ja-JP"/>
              <a:t>Fifth level</a:t>
            </a:r>
            <a:endParaRPr lang="en-US" altLang="ja-JP"/>
          </a:p>
        </p:txBody>
      </p:sp>
      <p:sp>
        <p:nvSpPr>
          <p:cNvPr id="1028" name="Rectangle 4"/>
          <p:cNvSpPr>
            <a:spLocks noGrp="1" noChangeArrowheads="1"/>
          </p:cNvSpPr>
          <p:nvPr>
            <p:ph type="dt" sz="half" idx="2"/>
          </p:nvPr>
        </p:nvSpPr>
        <p:spPr bwMode="auto">
          <a:xfrm>
            <a:off x="457200" y="4684713"/>
            <a:ext cx="2133600" cy="357187"/>
          </a:xfrm>
          <a:prstGeom prst="rect">
            <a:avLst/>
          </a:prstGeom>
          <a:noFill/>
          <a:ln w="9525">
            <a:noFill/>
            <a:miter lim="800000"/>
          </a:ln>
          <a:effectLst/>
        </p:spPr>
        <p:txBody>
          <a:bodyPr vert="horz" wrap="square" lIns="91440" tIns="45720" rIns="91440" bIns="45720" numCol="1" anchor="t" anchorCtr="0" compatLnSpc="1"/>
          <a:lstStyle>
            <a:lvl1pPr>
              <a:defRPr sz="1400" smtClean="0">
                <a:latin typeface="BIZ UDPゴシック"/>
              </a:defRPr>
            </a:lvl1pPr>
          </a:lstStyle>
          <a:p>
            <a:pPr>
              <a:defRPr/>
            </a:pPr>
            <a:endParaRPr lang="en-US"/>
          </a:p>
        </p:txBody>
      </p:sp>
      <p:sp>
        <p:nvSpPr>
          <p:cNvPr id="1029" name="Rectangle 5"/>
          <p:cNvSpPr>
            <a:spLocks noGrp="1" noChangeArrowheads="1"/>
          </p:cNvSpPr>
          <p:nvPr>
            <p:ph type="ftr" sz="quarter" idx="3"/>
          </p:nvPr>
        </p:nvSpPr>
        <p:spPr bwMode="auto">
          <a:xfrm>
            <a:off x="3124200" y="4684713"/>
            <a:ext cx="2895600" cy="357187"/>
          </a:xfrm>
          <a:prstGeom prst="rect">
            <a:avLst/>
          </a:prstGeom>
          <a:noFill/>
          <a:ln w="9525">
            <a:noFill/>
            <a:miter lim="800000"/>
          </a:ln>
          <a:effectLst/>
        </p:spPr>
        <p:txBody>
          <a:bodyPr vert="horz" wrap="square" lIns="91440" tIns="45720" rIns="91440" bIns="45720" numCol="1" anchor="t" anchorCtr="0" compatLnSpc="1"/>
          <a:lstStyle>
            <a:lvl1pPr algn="ctr">
              <a:defRPr sz="1400" smtClean="0">
                <a:latin typeface="BIZ UDPゴシック"/>
              </a:defRPr>
            </a:lvl1pPr>
          </a:lstStyle>
          <a:p>
            <a:pPr>
              <a:defRPr/>
            </a:pPr>
            <a:endParaRPr lang="en-US"/>
          </a:p>
        </p:txBody>
      </p:sp>
      <p:sp>
        <p:nvSpPr>
          <p:cNvPr id="1030" name="Rectangle 6"/>
          <p:cNvSpPr>
            <a:spLocks noGrp="1" noChangeArrowheads="1"/>
          </p:cNvSpPr>
          <p:nvPr>
            <p:ph type="sldNum" sz="quarter" idx="4"/>
          </p:nvPr>
        </p:nvSpPr>
        <p:spPr bwMode="auto">
          <a:xfrm>
            <a:off x="6553200" y="4684713"/>
            <a:ext cx="2133600" cy="357187"/>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fld id="{E30588C7-9DDB-4A6F-9A9E-6A33D1ADB0C2}" type="slidenum">
              <a:rPr lang="en-US" altLang="ja-JP"/>
            </a:fld>
            <a:endParaRPr lang="en-US" altLang="ja-JP"/>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BIZ UDPゴシック"/>
          <a:cs typeface="BIZ UDPゴシック"/>
        </a:defRPr>
      </a:lvl2pPr>
      <a:lvl3pPr algn="ctr" rtl="0" eaLnBrk="0" fontAlgn="base" hangingPunct="0">
        <a:spcBef>
          <a:spcPct val="0"/>
        </a:spcBef>
        <a:spcAft>
          <a:spcPct val="0"/>
        </a:spcAft>
        <a:defRPr sz="4400">
          <a:solidFill>
            <a:schemeClr val="tx2"/>
          </a:solidFill>
          <a:latin typeface="BIZ UDPゴシック"/>
          <a:cs typeface="BIZ UDPゴシック"/>
        </a:defRPr>
      </a:lvl3pPr>
      <a:lvl4pPr algn="ctr" rtl="0" eaLnBrk="0" fontAlgn="base" hangingPunct="0">
        <a:spcBef>
          <a:spcPct val="0"/>
        </a:spcBef>
        <a:spcAft>
          <a:spcPct val="0"/>
        </a:spcAft>
        <a:defRPr sz="4400">
          <a:solidFill>
            <a:schemeClr val="tx2"/>
          </a:solidFill>
          <a:latin typeface="BIZ UDPゴシック"/>
          <a:cs typeface="BIZ UDPゴシック"/>
        </a:defRPr>
      </a:lvl4pPr>
      <a:lvl5pPr algn="ctr" rtl="0" eaLnBrk="0" fontAlgn="base" hangingPunct="0">
        <a:spcBef>
          <a:spcPct val="0"/>
        </a:spcBef>
        <a:spcAft>
          <a:spcPct val="0"/>
        </a:spcAft>
        <a:defRPr sz="4400">
          <a:solidFill>
            <a:schemeClr val="tx2"/>
          </a:solidFill>
          <a:latin typeface="BIZ UDPゴシック"/>
          <a:cs typeface="BIZ UDPゴシック"/>
        </a:defRPr>
      </a:lvl5pPr>
      <a:lvl6pPr marL="457200" algn="ctr" rtl="0" fontAlgn="base">
        <a:spcBef>
          <a:spcPct val="0"/>
        </a:spcBef>
        <a:spcAft>
          <a:spcPct val="0"/>
        </a:spcAft>
        <a:defRPr sz="4400">
          <a:solidFill>
            <a:schemeClr val="tx2"/>
          </a:solidFill>
          <a:latin typeface="BIZ UDPゴシック"/>
          <a:cs typeface="BIZ UDPゴシック"/>
        </a:defRPr>
      </a:lvl6pPr>
      <a:lvl7pPr marL="914400" algn="ctr" rtl="0" fontAlgn="base">
        <a:spcBef>
          <a:spcPct val="0"/>
        </a:spcBef>
        <a:spcAft>
          <a:spcPct val="0"/>
        </a:spcAft>
        <a:defRPr sz="4400">
          <a:solidFill>
            <a:schemeClr val="tx2"/>
          </a:solidFill>
          <a:latin typeface="BIZ UDPゴシック"/>
          <a:cs typeface="BIZ UDPゴシック"/>
        </a:defRPr>
      </a:lvl7pPr>
      <a:lvl8pPr marL="1371600" algn="ctr" rtl="0" fontAlgn="base">
        <a:spcBef>
          <a:spcPct val="0"/>
        </a:spcBef>
        <a:spcAft>
          <a:spcPct val="0"/>
        </a:spcAft>
        <a:defRPr sz="4400">
          <a:solidFill>
            <a:schemeClr val="tx2"/>
          </a:solidFill>
          <a:latin typeface="BIZ UDPゴシック"/>
          <a:cs typeface="BIZ UDPゴシック"/>
        </a:defRPr>
      </a:lvl8pPr>
      <a:lvl9pPr marL="1828800" algn="ctr" rtl="0" fontAlgn="base">
        <a:spcBef>
          <a:spcPct val="0"/>
        </a:spcBef>
        <a:spcAft>
          <a:spcPct val="0"/>
        </a:spcAft>
        <a:defRPr sz="4400">
          <a:solidFill>
            <a:schemeClr val="tx2"/>
          </a:solidFill>
          <a:latin typeface="BIZ UDPゴシック"/>
          <a:cs typeface="BIZ UDPゴシック"/>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000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3C952CB-192B-431D-954C-0FAAFFA4DFF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0000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B31EEE7-407C-44EA-8C42-2E31258E0BAB}" type="datetimeFigureOut">
              <a:rPr lang="en-US" smtClean="0"/>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4C74B420-8515-4D55-BD3B-53A8BA6EF51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0000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ja-JP"/>
              <a:t>Click to edit Master title style</a:t>
            </a:r>
            <a:endParaRPr lang="en-US" altLang="ja-JP"/>
          </a:p>
        </p:txBody>
      </p:sp>
      <p:sp>
        <p:nvSpPr>
          <p:cNvPr id="1027" name="Rectangle 3"/>
          <p:cNvSpPr>
            <a:spLocks noGrp="1" noChangeArrowheads="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ja-JP"/>
              <a:t>Click to edit Master text styles</a:t>
            </a:r>
            <a:endParaRPr lang="en-US" altLang="ja-JP"/>
          </a:p>
          <a:p>
            <a:pPr lvl="1"/>
            <a:r>
              <a:rPr lang="en-US" altLang="ja-JP"/>
              <a:t>Second level</a:t>
            </a:r>
            <a:endParaRPr lang="en-US" altLang="ja-JP"/>
          </a:p>
          <a:p>
            <a:pPr lvl="2"/>
            <a:r>
              <a:rPr lang="en-US" altLang="ja-JP"/>
              <a:t>Third level</a:t>
            </a:r>
            <a:endParaRPr lang="en-US" altLang="ja-JP"/>
          </a:p>
          <a:p>
            <a:pPr lvl="3"/>
            <a:r>
              <a:rPr lang="en-US" altLang="ja-JP"/>
              <a:t>Fourth level</a:t>
            </a:r>
            <a:endParaRPr lang="en-US" altLang="ja-JP"/>
          </a:p>
          <a:p>
            <a:pPr lvl="4"/>
            <a:r>
              <a:rPr lang="en-US" altLang="ja-JP"/>
              <a:t>Fifth level</a:t>
            </a:r>
            <a:endParaRPr lang="en-US" altLang="ja-JP"/>
          </a:p>
        </p:txBody>
      </p:sp>
      <p:sp>
        <p:nvSpPr>
          <p:cNvPr id="1028" name="Rectangle 4"/>
          <p:cNvSpPr>
            <a:spLocks noGrp="1" noChangeArrowheads="1"/>
          </p:cNvSpPr>
          <p:nvPr>
            <p:ph type="dt" sz="half" idx="2"/>
          </p:nvPr>
        </p:nvSpPr>
        <p:spPr bwMode="auto">
          <a:xfrm>
            <a:off x="457200" y="4684713"/>
            <a:ext cx="2133600" cy="357187"/>
          </a:xfrm>
          <a:prstGeom prst="rect">
            <a:avLst/>
          </a:prstGeom>
          <a:noFill/>
          <a:ln w="9525">
            <a:noFill/>
            <a:miter lim="800000"/>
          </a:ln>
          <a:effectLst/>
        </p:spPr>
        <p:txBody>
          <a:bodyPr vert="horz" wrap="square" lIns="91440" tIns="45720" rIns="91440" bIns="45720" numCol="1" anchor="t" anchorCtr="0" compatLnSpc="1"/>
          <a:lstStyle>
            <a:lvl1pPr>
              <a:defRPr sz="1400" smtClean="0">
                <a:latin typeface="BIZ UDPゴシック"/>
                <a:cs typeface="BIZ UDPゴシック"/>
              </a:defRPr>
            </a:lvl1pPr>
          </a:lstStyle>
          <a:p>
            <a:pPr>
              <a:defRPr/>
            </a:pPr>
            <a:endParaRPr lang="en-US"/>
          </a:p>
        </p:txBody>
      </p:sp>
      <p:sp>
        <p:nvSpPr>
          <p:cNvPr id="1029" name="Rectangle 5"/>
          <p:cNvSpPr>
            <a:spLocks noGrp="1" noChangeArrowheads="1"/>
          </p:cNvSpPr>
          <p:nvPr>
            <p:ph type="ftr" sz="quarter" idx="3"/>
          </p:nvPr>
        </p:nvSpPr>
        <p:spPr bwMode="auto">
          <a:xfrm>
            <a:off x="3124200" y="4684713"/>
            <a:ext cx="2895600" cy="357187"/>
          </a:xfrm>
          <a:prstGeom prst="rect">
            <a:avLst/>
          </a:prstGeom>
          <a:noFill/>
          <a:ln w="9525">
            <a:noFill/>
            <a:miter lim="800000"/>
          </a:ln>
          <a:effectLst/>
        </p:spPr>
        <p:txBody>
          <a:bodyPr vert="horz" wrap="square" lIns="91440" tIns="45720" rIns="91440" bIns="45720" numCol="1" anchor="t" anchorCtr="0" compatLnSpc="1"/>
          <a:lstStyle>
            <a:lvl1pPr algn="ctr">
              <a:defRPr sz="1400" smtClean="0">
                <a:latin typeface="BIZ UDPゴシック"/>
                <a:cs typeface="BIZ UDPゴシック"/>
              </a:defRPr>
            </a:lvl1pPr>
          </a:lstStyle>
          <a:p>
            <a:pPr>
              <a:defRPr/>
            </a:pPr>
            <a:endParaRPr lang="en-US"/>
          </a:p>
        </p:txBody>
      </p:sp>
      <p:sp>
        <p:nvSpPr>
          <p:cNvPr id="1030" name="Rectangle 6"/>
          <p:cNvSpPr>
            <a:spLocks noGrp="1" noChangeArrowheads="1"/>
          </p:cNvSpPr>
          <p:nvPr>
            <p:ph type="sldNum" sz="quarter" idx="4"/>
          </p:nvPr>
        </p:nvSpPr>
        <p:spPr bwMode="auto">
          <a:xfrm>
            <a:off x="6553200" y="4684713"/>
            <a:ext cx="2133600" cy="357187"/>
          </a:xfrm>
          <a:prstGeom prst="rect">
            <a:avLst/>
          </a:prstGeom>
          <a:noFill/>
          <a:ln w="9525">
            <a:noFill/>
            <a:miter lim="800000"/>
          </a:ln>
          <a:effectLst/>
        </p:spPr>
        <p:txBody>
          <a:bodyPr vert="horz" wrap="square" lIns="91440" tIns="45720" rIns="91440" bIns="45720" numCol="1" anchor="t" anchorCtr="0" compatLnSpc="1"/>
          <a:lstStyle>
            <a:lvl1pPr algn="r">
              <a:defRPr sz="1400">
                <a:ea typeface="BIZ UDPゴシック"/>
              </a:defRPr>
            </a:lvl1pPr>
          </a:lstStyle>
          <a:p>
            <a:fld id="{F0C917B5-CC67-4DB5-B44E-1F7D69248F40}" type="slidenum">
              <a:rPr lang="en-US" altLang="ja-JP"/>
            </a:fld>
            <a:endParaRPr lang="en-US" altLang="ja-JP"/>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BIZ UDPゴシック"/>
          <a:cs typeface="BIZ UDPゴシック"/>
        </a:defRPr>
      </a:lvl2pPr>
      <a:lvl3pPr algn="ctr" rtl="0" eaLnBrk="0" fontAlgn="base" hangingPunct="0">
        <a:spcBef>
          <a:spcPct val="0"/>
        </a:spcBef>
        <a:spcAft>
          <a:spcPct val="0"/>
        </a:spcAft>
        <a:defRPr sz="4400">
          <a:solidFill>
            <a:schemeClr val="tx2"/>
          </a:solidFill>
          <a:latin typeface="BIZ UDPゴシック"/>
          <a:cs typeface="BIZ UDPゴシック"/>
        </a:defRPr>
      </a:lvl3pPr>
      <a:lvl4pPr algn="ctr" rtl="0" eaLnBrk="0" fontAlgn="base" hangingPunct="0">
        <a:spcBef>
          <a:spcPct val="0"/>
        </a:spcBef>
        <a:spcAft>
          <a:spcPct val="0"/>
        </a:spcAft>
        <a:defRPr sz="4400">
          <a:solidFill>
            <a:schemeClr val="tx2"/>
          </a:solidFill>
          <a:latin typeface="BIZ UDPゴシック"/>
          <a:cs typeface="BIZ UDPゴシック"/>
        </a:defRPr>
      </a:lvl4pPr>
      <a:lvl5pPr algn="ctr" rtl="0" eaLnBrk="0" fontAlgn="base" hangingPunct="0">
        <a:spcBef>
          <a:spcPct val="0"/>
        </a:spcBef>
        <a:spcAft>
          <a:spcPct val="0"/>
        </a:spcAft>
        <a:defRPr sz="4400">
          <a:solidFill>
            <a:schemeClr val="tx2"/>
          </a:solidFill>
          <a:latin typeface="BIZ UDPゴシック"/>
          <a:cs typeface="BIZ UDPゴシック"/>
        </a:defRPr>
      </a:lvl5pPr>
      <a:lvl6pPr marL="457200" algn="ctr" rtl="0" fontAlgn="base">
        <a:spcBef>
          <a:spcPct val="0"/>
        </a:spcBef>
        <a:spcAft>
          <a:spcPct val="0"/>
        </a:spcAft>
        <a:defRPr sz="4400">
          <a:solidFill>
            <a:schemeClr val="tx2"/>
          </a:solidFill>
          <a:latin typeface="BIZ UDPゴシック"/>
          <a:cs typeface="BIZ UDPゴシック"/>
        </a:defRPr>
      </a:lvl6pPr>
      <a:lvl7pPr marL="914400" algn="ctr" rtl="0" fontAlgn="base">
        <a:spcBef>
          <a:spcPct val="0"/>
        </a:spcBef>
        <a:spcAft>
          <a:spcPct val="0"/>
        </a:spcAft>
        <a:defRPr sz="4400">
          <a:solidFill>
            <a:schemeClr val="tx2"/>
          </a:solidFill>
          <a:latin typeface="BIZ UDPゴシック"/>
          <a:cs typeface="BIZ UDPゴシック"/>
        </a:defRPr>
      </a:lvl7pPr>
      <a:lvl8pPr marL="1371600" algn="ctr" rtl="0" fontAlgn="base">
        <a:spcBef>
          <a:spcPct val="0"/>
        </a:spcBef>
        <a:spcAft>
          <a:spcPct val="0"/>
        </a:spcAft>
        <a:defRPr sz="4400">
          <a:solidFill>
            <a:schemeClr val="tx2"/>
          </a:solidFill>
          <a:latin typeface="BIZ UDPゴシック"/>
          <a:cs typeface="BIZ UDPゴシック"/>
        </a:defRPr>
      </a:lvl8pPr>
      <a:lvl9pPr marL="1828800" algn="ctr" rtl="0" fontAlgn="base">
        <a:spcBef>
          <a:spcPct val="0"/>
        </a:spcBef>
        <a:spcAft>
          <a:spcPct val="0"/>
        </a:spcAft>
        <a:defRPr sz="4400">
          <a:solidFill>
            <a:schemeClr val="tx2"/>
          </a:solidFill>
          <a:latin typeface="BIZ UDPゴシック"/>
          <a:cs typeface="BIZ UDPゴシック"/>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テキスト 2"/>
          <p:cNvSpPr txBox="1"/>
          <p:nvPr/>
        </p:nvSpPr>
        <p:spPr>
          <a:xfrm>
            <a:off x="0" y="1100000"/>
            <a:ext cx="9144000" cy="900000"/>
          </a:xfrm>
          <a:prstGeom prst="rect">
            <a:avLst/>
          </a:prstGeom>
          <a:noFill/>
        </p:spPr>
        <p:txBody>
          <a:bodyPr wrap="square" lIns="91440" rIns="91440" anchor="ctr">
            <a:normAutofit/>
          </a:bodyPr>
          <a:lstStyle/>
          <a:p>
            <a:pPr algn="ctr">
              <a:lnSpc>
                <a:spcPct val="110000"/>
              </a:lnSpc>
            </a:pPr>
            <a:r>
              <a:rPr lang="ja-JP" altLang="en-US" sz="4400" dirty="0">
                <a:solidFill>
                  <a:srgbClr val="FFFF00"/>
                </a:solidFill>
                <a:latin typeface="+mn-ea"/>
                <a:ea typeface="+mn-ea"/>
              </a:rPr>
              <a:t>交読文 1</a:t>
            </a:r>
          </a:p>
        </p:txBody>
      </p:sp>
      <p:sp>
        <p:nvSpPr>
          <p:cNvPr id="3" name="テキスト 3"/>
          <p:cNvSpPr txBox="1"/>
          <p:nvPr/>
        </p:nvSpPr>
        <p:spPr>
          <a:xfrm>
            <a:off x="0" y="2100000"/>
            <a:ext cx="9144000" cy="1300000"/>
          </a:xfrm>
          <a:prstGeom prst="rect">
            <a:avLst/>
          </a:prstGeom>
          <a:noFill/>
        </p:spPr>
        <p:txBody>
          <a:bodyPr wrap="square" lIns="91440" rIns="91440" anchor="ctr">
            <a:normAutofit/>
          </a:bodyPr>
          <a:lstStyle/>
          <a:p>
            <a:pPr algn="ctr">
              <a:lnSpc>
                <a:spcPct val="110000"/>
              </a:lnSpc>
            </a:pPr>
            <a:r>
              <a:rPr lang="ja-JP" altLang="en-US" sz="6000" dirty="0">
                <a:latin typeface="+mn-ea"/>
                <a:ea typeface="+mn-ea"/>
              </a:rPr>
              <a:t>詩篇 第1篇</a:t>
            </a:r>
          </a:p>
        </p:txBody>
      </p:sp>
      <p:sp>
        <p:nvSpPr>
          <p:cNvPr id="4" name="テキスト 4"/>
          <p:cNvSpPr txBox="1"/>
          <p:nvPr/>
        </p:nvSpPr>
        <p:spPr>
          <a:xfrm>
            <a:off x="0" y="4300000"/>
            <a:ext cx="9144000" cy="500000"/>
          </a:xfrm>
          <a:prstGeom prst="rect">
            <a:avLst/>
          </a:prstGeom>
          <a:noFill/>
        </p:spPr>
        <p:txBody>
          <a:bodyPr wrap="square" lIns="91440" rIns="91440" anchor="ctr">
            <a:normAutofit/>
          </a:bodyPr>
          <a:lstStyle/>
          <a:p>
            <a:pPr algn="ctr">
              <a:lnSpc>
                <a:spcPct val="110000"/>
              </a:lnSpc>
            </a:pPr>
            <a:r>
              <a:rPr lang="ja-JP" altLang="en-US" sz="1400" dirty="0">
                <a:latin typeface="+mn-ea"/>
                <a:ea typeface="+mn-ea"/>
              </a:rPr>
              <a:t>口語訳聖書（1954/1955 年版）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テキスト 2"/>
          <p:cNvSpPr txBox="1"/>
          <p:nvPr/>
        </p:nvSpPr>
        <p:spPr>
          <a:xfrm>
            <a:off x="300000" y="250000"/>
            <a:ext cx="3000000" cy="600000"/>
          </a:xfrm>
          <a:prstGeom prst="rect">
            <a:avLst/>
          </a:prstGeom>
          <a:noFill/>
        </p:spPr>
        <p:txBody>
          <a:bodyPr wrap="square" lIns="91440" rIns="91440" anchor="ctr">
            <a:normAutofit/>
          </a:bodyPr>
          <a:lstStyle/>
          <a:p>
            <a:pPr algn="l">
              <a:lnSpc>
                <a:spcPct val="110000"/>
              </a:lnSpc>
            </a:pPr>
            <a:r>
              <a:rPr lang="ja-JP" altLang="en-US" sz="2400" dirty="0">
                <a:solidFill>
                  <a:srgbClr val="FFFF00"/>
                </a:solidFill>
                <a:latin typeface="+mn-ea"/>
                <a:ea typeface="+mn-ea"/>
              </a:rPr>
              <a:t>1　司会</a:t>
            </a:r>
          </a:p>
        </p:txBody>
      </p:sp>
      <p:sp>
        <p:nvSpPr>
          <p:cNvPr id="3" name="テキスト 3"/>
          <p:cNvSpPr txBox="1"/>
          <p:nvPr/>
        </p:nvSpPr>
        <p:spPr>
          <a:xfrm>
            <a:off x="400000" y="800000"/>
            <a:ext cx="8344000" cy="3943500"/>
          </a:xfrm>
          <a:prstGeom prst="rect">
            <a:avLst/>
          </a:prstGeom>
          <a:noFill/>
        </p:spPr>
        <p:txBody>
          <a:bodyPr wrap="square" lIns="91440" rIns="91440" anchor="ctr">
            <a:normAutofit/>
          </a:bodyPr>
          <a:lstStyle/>
          <a:p>
            <a:pPr algn="l">
              <a:lnSpc>
                <a:spcPct val="110000"/>
              </a:lnSpc>
            </a:pPr>
            <a:r>
              <a:rPr lang="ja-JP" altLang="en-US" sz="4400" dirty="0">
                <a:latin typeface="+mn-ea"/>
                <a:ea typeface="+mn-ea"/>
              </a:rPr>
              <a:t>悪しき者のはかりごとに歩まず、罪びとの道に立たず、あざける者の座にすわらぬ人はさいわいである。</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テキスト 2"/>
          <p:cNvSpPr txBox="1"/>
          <p:nvPr/>
        </p:nvSpPr>
        <p:spPr>
          <a:xfrm>
            <a:off x="300000" y="250000"/>
            <a:ext cx="3000000" cy="600000"/>
          </a:xfrm>
          <a:prstGeom prst="rect">
            <a:avLst/>
          </a:prstGeom>
          <a:noFill/>
        </p:spPr>
        <p:txBody>
          <a:bodyPr wrap="square" lIns="91440" rIns="91440" anchor="ctr">
            <a:normAutofit/>
          </a:bodyPr>
          <a:lstStyle/>
          <a:p>
            <a:pPr algn="l">
              <a:lnSpc>
                <a:spcPct val="110000"/>
              </a:lnSpc>
            </a:pPr>
            <a:r>
              <a:rPr lang="ja-JP" altLang="en-US" sz="2400" dirty="0">
                <a:solidFill>
                  <a:srgbClr val="FFFF00"/>
                </a:solidFill>
                <a:latin typeface="+mn-ea"/>
                <a:ea typeface="+mn-ea"/>
              </a:rPr>
              <a:t>2　会衆</a:t>
            </a:r>
          </a:p>
        </p:txBody>
      </p:sp>
      <p:sp>
        <p:nvSpPr>
          <p:cNvPr id="3" name="テキスト 3"/>
          <p:cNvSpPr txBox="1"/>
          <p:nvPr/>
        </p:nvSpPr>
        <p:spPr>
          <a:xfrm>
            <a:off x="400000" y="800000"/>
            <a:ext cx="8344000" cy="3943500"/>
          </a:xfrm>
          <a:prstGeom prst="rect">
            <a:avLst/>
          </a:prstGeom>
          <a:noFill/>
        </p:spPr>
        <p:txBody>
          <a:bodyPr wrap="square" lIns="91440" rIns="91440" anchor="ctr">
            <a:normAutofit/>
          </a:bodyPr>
          <a:lstStyle/>
          <a:p>
            <a:pPr algn="l">
              <a:lnSpc>
                <a:spcPct val="110000"/>
              </a:lnSpc>
            </a:pPr>
            <a:r>
              <a:rPr lang="ja-JP" altLang="en-US" sz="4400" dirty="0">
                <a:solidFill>
                  <a:srgbClr val="FFFF00"/>
                </a:solidFill>
                <a:latin typeface="+mn-ea"/>
                <a:ea typeface="+mn-ea"/>
              </a:rPr>
              <a:t>このような人は主のおきてをよろこび、昼も夜もそのおきてを思う。</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テキスト 2"/>
          <p:cNvSpPr txBox="1"/>
          <p:nvPr/>
        </p:nvSpPr>
        <p:spPr>
          <a:xfrm>
            <a:off x="300000" y="250000"/>
            <a:ext cx="3000000" cy="600000"/>
          </a:xfrm>
          <a:prstGeom prst="rect">
            <a:avLst/>
          </a:prstGeom>
          <a:noFill/>
        </p:spPr>
        <p:txBody>
          <a:bodyPr wrap="square" lIns="91440" rIns="91440" anchor="ctr">
            <a:normAutofit/>
          </a:bodyPr>
          <a:lstStyle/>
          <a:p>
            <a:pPr algn="l">
              <a:lnSpc>
                <a:spcPct val="110000"/>
              </a:lnSpc>
            </a:pPr>
            <a:r>
              <a:rPr lang="ja-JP" altLang="en-US" sz="2400" dirty="0">
                <a:solidFill>
                  <a:srgbClr val="FFFF00"/>
                </a:solidFill>
                <a:latin typeface="+mn-ea"/>
                <a:ea typeface="+mn-ea"/>
              </a:rPr>
              <a:t>3　司会</a:t>
            </a:r>
          </a:p>
        </p:txBody>
      </p:sp>
      <p:sp>
        <p:nvSpPr>
          <p:cNvPr id="3" name="テキスト 3"/>
          <p:cNvSpPr txBox="1"/>
          <p:nvPr/>
        </p:nvSpPr>
        <p:spPr>
          <a:xfrm>
            <a:off x="400000" y="800000"/>
            <a:ext cx="8344000" cy="3943500"/>
          </a:xfrm>
          <a:prstGeom prst="rect">
            <a:avLst/>
          </a:prstGeom>
          <a:noFill/>
        </p:spPr>
        <p:txBody>
          <a:bodyPr wrap="square" lIns="91440" rIns="91440" anchor="ctr">
            <a:normAutofit/>
          </a:bodyPr>
          <a:lstStyle/>
          <a:p>
            <a:pPr algn="l">
              <a:lnSpc>
                <a:spcPct val="110000"/>
              </a:lnSpc>
            </a:pPr>
            <a:r>
              <a:rPr lang="ja-JP" altLang="en-US" sz="4400" dirty="0">
                <a:latin typeface="+mn-ea"/>
                <a:ea typeface="+mn-ea"/>
              </a:rPr>
              <a:t>このような人は流れのほとりに植えられた木の時が来ると実を結び、その葉もしぼまないように、そのなすところは皆栄える。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テキスト 2"/>
          <p:cNvSpPr txBox="1"/>
          <p:nvPr/>
        </p:nvSpPr>
        <p:spPr>
          <a:xfrm>
            <a:off x="300000" y="250000"/>
            <a:ext cx="3000000" cy="600000"/>
          </a:xfrm>
          <a:prstGeom prst="rect">
            <a:avLst/>
          </a:prstGeom>
          <a:noFill/>
        </p:spPr>
        <p:txBody>
          <a:bodyPr wrap="square" lIns="91440" rIns="91440" anchor="ctr">
            <a:normAutofit/>
          </a:bodyPr>
          <a:lstStyle/>
          <a:p>
            <a:pPr algn="l">
              <a:lnSpc>
                <a:spcPct val="110000"/>
              </a:lnSpc>
            </a:pPr>
            <a:r>
              <a:rPr lang="ja-JP" altLang="en-US" sz="2400" dirty="0">
                <a:solidFill>
                  <a:srgbClr val="FFFF00"/>
                </a:solidFill>
                <a:latin typeface="+mn-ea"/>
                <a:ea typeface="+mn-ea"/>
              </a:rPr>
              <a:t>4　会衆</a:t>
            </a:r>
          </a:p>
        </p:txBody>
      </p:sp>
      <p:sp>
        <p:nvSpPr>
          <p:cNvPr id="3" name="テキスト 3"/>
          <p:cNvSpPr txBox="1"/>
          <p:nvPr/>
        </p:nvSpPr>
        <p:spPr>
          <a:xfrm>
            <a:off x="400000" y="800000"/>
            <a:ext cx="8344000" cy="3943500"/>
          </a:xfrm>
          <a:prstGeom prst="rect">
            <a:avLst/>
          </a:prstGeom>
          <a:noFill/>
        </p:spPr>
        <p:txBody>
          <a:bodyPr wrap="square" lIns="91440" rIns="91440" anchor="ctr">
            <a:normAutofit/>
          </a:bodyPr>
          <a:lstStyle/>
          <a:p>
            <a:pPr algn="l">
              <a:lnSpc>
                <a:spcPct val="110000"/>
              </a:lnSpc>
            </a:pPr>
            <a:r>
              <a:rPr lang="ja-JP" altLang="en-US" sz="4400" dirty="0">
                <a:solidFill>
                  <a:srgbClr val="FFFF00"/>
                </a:solidFill>
                <a:latin typeface="+mn-ea"/>
                <a:ea typeface="+mn-ea"/>
              </a:rPr>
              <a:t>悪しき者はそうでない、風の吹き去るもみがらのようだ。</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テキスト 2"/>
          <p:cNvSpPr txBox="1"/>
          <p:nvPr/>
        </p:nvSpPr>
        <p:spPr>
          <a:xfrm>
            <a:off x="300000" y="250000"/>
            <a:ext cx="3000000" cy="600000"/>
          </a:xfrm>
          <a:prstGeom prst="rect">
            <a:avLst/>
          </a:prstGeom>
          <a:noFill/>
        </p:spPr>
        <p:txBody>
          <a:bodyPr wrap="square" lIns="91440" rIns="91440" anchor="ctr">
            <a:normAutofit/>
          </a:bodyPr>
          <a:lstStyle/>
          <a:p>
            <a:pPr algn="l">
              <a:lnSpc>
                <a:spcPct val="110000"/>
              </a:lnSpc>
            </a:pPr>
            <a:r>
              <a:rPr lang="ja-JP" altLang="en-US" sz="2400" dirty="0">
                <a:solidFill>
                  <a:srgbClr val="FFFF00"/>
                </a:solidFill>
                <a:latin typeface="+mn-ea"/>
                <a:ea typeface="+mn-ea"/>
              </a:rPr>
              <a:t>5　司会</a:t>
            </a:r>
          </a:p>
        </p:txBody>
      </p:sp>
      <p:sp>
        <p:nvSpPr>
          <p:cNvPr id="3" name="テキスト 3"/>
          <p:cNvSpPr txBox="1"/>
          <p:nvPr/>
        </p:nvSpPr>
        <p:spPr>
          <a:xfrm>
            <a:off x="400000" y="800000"/>
            <a:ext cx="8344000" cy="3943500"/>
          </a:xfrm>
          <a:prstGeom prst="rect">
            <a:avLst/>
          </a:prstGeom>
          <a:noFill/>
        </p:spPr>
        <p:txBody>
          <a:bodyPr wrap="square" lIns="91440" rIns="91440" anchor="ctr">
            <a:normAutofit/>
          </a:bodyPr>
          <a:lstStyle/>
          <a:p>
            <a:pPr algn="l">
              <a:lnSpc>
                <a:spcPct val="110000"/>
              </a:lnSpc>
            </a:pPr>
            <a:r>
              <a:rPr lang="ja-JP" altLang="en-US" sz="4400" dirty="0">
                <a:latin typeface="+mn-ea"/>
                <a:ea typeface="+mn-ea"/>
              </a:rPr>
              <a:t>それゆえ、悪しき者はさばきに耐えない。罪びとは正しい者のつどいに立つことができない。</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テキスト 2"/>
          <p:cNvSpPr txBox="1"/>
          <p:nvPr/>
        </p:nvSpPr>
        <p:spPr>
          <a:xfrm>
            <a:off x="300000" y="250000"/>
            <a:ext cx="3000000" cy="600000"/>
          </a:xfrm>
          <a:prstGeom prst="rect">
            <a:avLst/>
          </a:prstGeom>
          <a:noFill/>
        </p:spPr>
        <p:txBody>
          <a:bodyPr wrap="square" lIns="91440" rIns="91440" anchor="ctr">
            <a:normAutofit/>
          </a:bodyPr>
          <a:lstStyle/>
          <a:p>
            <a:pPr algn="l">
              <a:lnSpc>
                <a:spcPct val="110000"/>
              </a:lnSpc>
            </a:pPr>
            <a:r>
              <a:rPr lang="ja-JP" altLang="en-US" sz="2400" dirty="0">
                <a:solidFill>
                  <a:srgbClr val="FFFF00"/>
                </a:solidFill>
                <a:latin typeface="+mn-ea"/>
                <a:ea typeface="+mn-ea"/>
              </a:rPr>
              <a:t>6　会衆</a:t>
            </a:r>
          </a:p>
        </p:txBody>
      </p:sp>
      <p:sp>
        <p:nvSpPr>
          <p:cNvPr id="3" name="テキスト 3"/>
          <p:cNvSpPr txBox="1"/>
          <p:nvPr/>
        </p:nvSpPr>
        <p:spPr>
          <a:xfrm>
            <a:off x="400000" y="800000"/>
            <a:ext cx="8344000" cy="3943500"/>
          </a:xfrm>
          <a:prstGeom prst="rect">
            <a:avLst/>
          </a:prstGeom>
          <a:noFill/>
        </p:spPr>
        <p:txBody>
          <a:bodyPr wrap="square" lIns="91440" rIns="91440" anchor="ctr">
            <a:normAutofit/>
          </a:bodyPr>
          <a:lstStyle/>
          <a:p>
            <a:pPr algn="l">
              <a:lnSpc>
                <a:spcPct val="110000"/>
              </a:lnSpc>
            </a:pPr>
            <a:r>
              <a:rPr lang="ja-JP" altLang="en-US" sz="4400" dirty="0">
                <a:solidFill>
                  <a:srgbClr val="FFFF00"/>
                </a:solidFill>
                <a:latin typeface="+mn-ea"/>
                <a:ea typeface="+mn-ea"/>
              </a:rPr>
              <a:t>主は正しい者の道を知られる。しかし、悪しき者の道は滅びる。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BIZ UDPゴシック"/>
        <a:ea typeface="BIZ UDPゴシック"/>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BIZ UDPゴシック"/>
        <a:ea typeface="BIZ UDPゴシック"/>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BIZ UDPゴシック"/>
        <a:ea typeface="BIZ UDPゴシック"/>
        <a:cs typeface="BIZ UDPゴシック"/>
      </a:majorFont>
      <a:minorFont>
        <a:latin typeface="BIZ UDPゴシック"/>
        <a:ea typeface="BIZ UDPゴシック"/>
        <a:cs typeface="BIZ UDP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BIZ UDPゴシック"/>
        <a:ea typeface="BIZ UDPゴシック"/>
        <a:cs typeface="BIZ UDPゴシック"/>
      </a:majorFont>
      <a:minorFont>
        <a:latin typeface="BIZ UDPゴシック"/>
        <a:ea typeface="BIZ UDPゴシック"/>
        <a:cs typeface="BIZ UDP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BIZ UDPゴシック"/>
        <a:ea typeface="BIZ UDPゴシック"/>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BIZ UDPゴシック"/>
        <a:ea typeface="BIZ UDPゴシック"/>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BIZ UDPゴシック"/>
        <a:ea typeface="BIZ UDPゴシック"/>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BIZ UDPゴシック"/>
        <a:ea typeface="BIZ UDPゴシック"/>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BIZ UDPゴシック"/>
        <a:ea typeface="BIZ UDPゴシック"/>
        <a:cs typeface="BIZ UDPゴシック"/>
      </a:majorFont>
      <a:minorFont>
        <a:latin typeface="BIZ UDPゴシック"/>
        <a:ea typeface="BIZ UDPゴシック"/>
        <a:cs typeface="BIZ UDP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BIZ UDPゴシック"/>
        <a:ea typeface="BIZ UDPゴシック"/>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BIZ UDPゴシック"/>
        <a:ea typeface="BIZ UDPゴシック"/>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BIZ UDPゴシック"/>
        <a:ea typeface="BIZ UDPゴシック"/>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BIZ UDPゴシック"/>
        <a:ea typeface="BIZ UDPゴシック"/>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バッジ</Template>
  <TotalTime>0</TotalTime>
  <Words>0</Words>
  <Application>WPS Slides</Application>
  <PresentationFormat>画面に合わせる (16:9)</PresentationFormat>
  <Paragraphs>0</Paragraphs>
  <Slides>1</Slides>
  <Notes>59</Notes>
  <HiddenSlides>0</HiddenSlides>
  <MMClips>0</MMClips>
  <ScaleCrop>false</ScaleCrop>
  <HeadingPairs>
    <vt:vector size="6" baseType="variant">
      <vt:variant>
        <vt:lpstr>已用的字体</vt:lpstr>
      </vt:variant>
      <vt:variant>
        <vt:i4>8</vt:i4>
      </vt:variant>
      <vt:variant>
        <vt:lpstr>主题</vt:lpstr>
      </vt:variant>
      <vt:variant>
        <vt:i4>6</vt:i4>
      </vt:variant>
      <vt:variant>
        <vt:lpstr>幻灯片标题</vt:lpstr>
      </vt:variant>
      <vt:variant>
        <vt:i4>1</vt:i4>
      </vt:variant>
    </vt:vector>
  </HeadingPairs>
  <TitlesOfParts>
    <vt:vector size="15" baseType="lpstr">
      <vt:lpstr>Arial</vt:lpstr>
      <vt:lpstr>ＭＳ Ｐゴシック</vt:lpstr>
      <vt:lpstr>Wingdings</vt:lpstr>
      <vt:lpstr>ＭＳ Ｐゴシック</vt:lpstr>
      <vt:lpstr>Microsoft YaHei</vt:lpstr>
      <vt:lpstr>Arial Unicode MS</vt:lpstr>
      <vt:lpstr>Calibri</vt:lpstr>
      <vt:lpstr>SimSun</vt:lpstr>
      <vt:lpstr>Office Theme</vt:lpstr>
      <vt:lpstr>Default Design</vt:lpstr>
      <vt:lpstr>Default Design</vt:lpstr>
      <vt:lpstr>Office Theme</vt:lpstr>
      <vt:lpstr>Office Theme</vt:lpstr>
      <vt:lpstr>Default Design</vt:lpstr>
      <vt:lpstr>PowerPoint 演示文稿</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礼拝</dc:title>
  <dc:creator>サンプル教会</dc:creator>
  <cp:lastModifiedBy>サンプル教会</cp:lastModifiedBy>
  <cp:revision>52</cp:revision>
  <dcterms:created xsi:type="dcterms:W3CDTF">2010-04-07T02:11:00Z</dcterms:created>
  <dcterms:modified xsi:type="dcterms:W3CDTF">2026-10-24T13:16:34Z</dcterms:modified>
</cp:coreProperties>
</file>