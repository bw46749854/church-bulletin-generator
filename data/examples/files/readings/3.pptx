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0" y="1100000"/>
            <a:ext cx="9144000" cy="9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400" dirty="0">
                <a:solidFill>
                  <a:srgbClr val="FFFF00"/>
                </a:solidFill>
                <a:latin typeface="+mn-ea"/>
                <a:ea typeface="+mn-ea"/>
              </a:rPr>
              <a:t>交読文 3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0" y="2100000"/>
            <a:ext cx="9144000" cy="13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000" dirty="0">
                <a:latin typeface="+mn-ea"/>
                <a:ea typeface="+mn-ea"/>
              </a:rPr>
              <a:t>マタイによる福音書 5:1-12</a:t>
            </a:r>
          </a:p>
        </p:txBody>
      </p:sp>
      <p:sp>
        <p:nvSpPr>
          <p:cNvPr id="4" name="テキスト 4"/>
          <p:cNvSpPr txBox="1"/>
          <p:nvPr/>
        </p:nvSpPr>
        <p:spPr>
          <a:xfrm>
            <a:off x="0" y="4300000"/>
            <a:ext cx="9144000" cy="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1400" dirty="0">
                <a:latin typeface="+mn-ea"/>
                <a:ea typeface="+mn-ea"/>
              </a:rPr>
              <a:t>口語訳聖書（1954/1955 年版）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　司会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latin typeface="+mn-ea"/>
                <a:ea typeface="+mn-ea"/>
              </a:rPr>
              <a:t>イエスはこの群衆を見て、山に登り、座につかれると、弟子たちがみもとに近寄ってきた。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2　会衆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solidFill>
                  <a:srgbClr val="FFFF00"/>
                </a:solidFill>
                <a:latin typeface="+mn-ea"/>
                <a:ea typeface="+mn-ea"/>
              </a:rPr>
              <a:t>そこで、イエスは口を開き、彼らに教えて言われた。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3　司会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latin typeface="+mn-ea"/>
                <a:ea typeface="+mn-ea"/>
              </a:rPr>
              <a:t>「こころの貧しい人たちは、さいわいである、天国は彼らのものである。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4　会衆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solidFill>
                  <a:srgbClr val="FFFF00"/>
                </a:solidFill>
                <a:latin typeface="+mn-ea"/>
                <a:ea typeface="+mn-ea"/>
              </a:rPr>
              <a:t>悲しんでいる人たちは、さいわいである、彼らは慰められるであろう。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5　司会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latin typeface="+mn-ea"/>
                <a:ea typeface="+mn-ea"/>
              </a:rPr>
              <a:t>柔和な人たちは、さいわいである、彼らは地を受けつぐであろう。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6　会衆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solidFill>
                  <a:srgbClr val="FFFF00"/>
                </a:solidFill>
                <a:latin typeface="+mn-ea"/>
                <a:ea typeface="+mn-ea"/>
              </a:rPr>
              <a:t>義に飢えかわいている人たちは、さいわいである、彼らは飽き足りるようになるであろう。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7　司会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latin typeface="+mn-ea"/>
                <a:ea typeface="+mn-ea"/>
              </a:rPr>
              <a:t>あわれみ深い人たちは、さいわいである、彼らはあわれみを受けるであろう。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8　会衆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solidFill>
                  <a:srgbClr val="FFFF00"/>
                </a:solidFill>
                <a:latin typeface="+mn-ea"/>
                <a:ea typeface="+mn-ea"/>
              </a:rPr>
              <a:t>心の清い人たちは、さいわいである、彼らは神を見るであろう。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9　司会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latin typeface="+mn-ea"/>
                <a:ea typeface="+mn-ea"/>
              </a:rPr>
              <a:t>平和をつくり出す人たちは、さいわいである、彼らは神の子と呼ばれるであろう。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10　会衆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solidFill>
                  <a:srgbClr val="FFFF00"/>
                </a:solidFill>
                <a:latin typeface="+mn-ea"/>
                <a:ea typeface="+mn-ea"/>
              </a:rPr>
              <a:t>義のために迫害されてきた人たちは、さいわいである、天国は彼らのものである。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11　司会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3600" dirty="0">
                <a:latin typeface="+mn-ea"/>
                <a:ea typeface="+mn-ea"/>
              </a:rPr>
              <a:t>わたしのために人々があなたがたをののしり、また迫害し、あなたがたに対し偽って様々の悪口を言う時には、あなたがたは、さいわいである。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3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12　会衆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400000" y="800000"/>
            <a:ext cx="8344000" cy="39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4400" dirty="0">
                <a:solidFill>
                  <a:srgbClr val="FFFF00"/>
                </a:solidFill>
                <a:latin typeface="+mn-ea"/>
                <a:ea typeface="+mn-ea"/>
              </a:rPr>
              <a:t>喜び、よろこべ、天においてあなたがたの受ける報いは大きい。あなたがたより前の預言者たちも、同じように迫害されたのである。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0</Words>
  <Application>WPS Slides</Application>
  <PresentationFormat>画面に合わせる (16:9)</PresentationFormat>
  <Paragraphs>0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2026-10-24T13:16:34Z</dcterms:modified>
</cp:coreProperties>
</file>