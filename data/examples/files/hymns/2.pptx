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友なるイエス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What a Friend We Have in Jesus（Joseph Scriven, 1855）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イエスという 友がいる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罪も悲しみも 担われる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何でも祈りで 打ち明けよう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それは なんという恵み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試みや 悩みがあっても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決して 望みを捨てないで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主はわたしたちの 弱さを知る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すべてを祈りで ゆだねよう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重荷に 疲れ果てても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主こそ わたしたちの避け所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友に 見捨てられた時も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主の腕に 包まれる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