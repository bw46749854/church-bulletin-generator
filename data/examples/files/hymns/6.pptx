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  <Override PartName="/ppt/slides/slide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</p:sldMasterIdLst>
  <p:notesMasterIdLst>
    <p:notesMasterId r:id="rId9"/>
  </p:notesMasterIdLst>
  <p:handoutMasterIdLst>
    <p:handoutMasterId r:id="rId10"/>
  </p:handoutMasterIdLst>
  <p:sldIdLst>
    <p:sldId id="257" r:id="rId14"/>
    <p:sldId id="258" r:id="rId15"/>
  </p:sldIdLst>
  <p:sldSz cx="9144000" cy="5143500" type="screen16x9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1pPr>
    <a:lvl2pPr marL="4572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2pPr>
    <a:lvl3pPr marL="9144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3pPr>
    <a:lvl4pPr marL="13716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4pPr>
    <a:lvl5pPr marL="18288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5pPr>
    <a:lvl6pPr marL="22860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6pPr>
    <a:lvl7pPr marL="27432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7pPr>
    <a:lvl8pPr marL="32004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8pPr>
    <a:lvl9pPr marL="36576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CC"/>
    <a:srgbClr val="FFFFFF"/>
    <a:srgbClr val="000000"/>
    <a:srgbClr val="000099"/>
    <a:srgbClr val="00FFFF"/>
    <a:srgbClr val="FABCF0"/>
    <a:srgbClr val="FCDAF6"/>
    <a:srgbClr val="ECC4E7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13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672" y="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fld id="{CFFF427A-E4E7-44CC-B8A3-B3315B96A4C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136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136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fld id="{FF6101EA-05CC-4A0D-9F8E-69C325ADEA1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3C6350-FF3C-49F1-A2A5-61BFD8953DE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74CCC5-1FB4-4FE2-998E-35536166A37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F0A2B7-019E-4C02-80C4-2CDDA0E1108E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30E45E-AAEA-40CE-8E63-E6268BC0039C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B70170-5B57-42A8-B8F7-381251258770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9C2CAB-9A36-40EB-8056-08708CD139ED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2DFE17-2C80-49E6-A03E-0B091CC3030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AF9E09-69E7-4A12-B8F0-729A9507CD2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7A7712-0A37-4674-B2C2-BDE613F1474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CECD04-3B22-4A20-A63D-FB91B392319D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590FE5-154F-4F91-8239-8F8301CA670A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159B65-E13E-4065-9D08-CFF3167B0F02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A61742-555D-40AF-BB0D-9534923E20C0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4801A5-623E-455D-A6D0-00B0C958CDC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047D6E-0CF6-4B5D-AE2D-ADD3814F5D9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57B226-70C6-429A-A1CB-A0F00747778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93BA9D-A62F-4BED-AFA0-68247EC78FCE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DB99CD-80EA-4910-BD15-26F88D880BD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1076C9-1C82-4214-AC41-6291E6EC7242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712450-866C-45F3-881C-94222FDDEEF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1F4AAA-3E81-4DD4-85C6-0A883857C06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BFF3B3-5BF4-4C16-8F0F-606FD347635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6BCBD0-2756-4B11-BDBB-FBAA9933AF9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F4B9BF-EF44-43CE-8169-DEB554B794B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4BDA2D-709D-4459-8940-41636B6461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CD49FA-F44B-45A1-8FC9-8E186753F0C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11EEBD-2707-4156-B931-43A15547005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BCEAA1-6472-455A-8405-1E3B4BAC474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B1B7F7-B46A-4C61-B83C-460DA098606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AA3AEF-A346-492F-A355-38AC59C28C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118920-0B1C-4953-B617-E6DA554685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0676DA-CF16-42D5-9B21-30F6D18DFC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4DABF0-3659-4EB4-8CB1-47A86171283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6958BB-4CA5-469D-BA80-55A34FF8B7D7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D58F00-84D3-4293-A066-11FAC7E2F8B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847152-9B87-4F87-9543-D8F415B1E3B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3AE5B0-893C-4D97-AECE-6B94FAB5D19A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0AAE6-F905-474E-87F0-BBCC3FEBFC8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F175EC-1147-4868-88C8-365F40CB3EA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686448-EDC0-40E4-9D39-86A89ADC5E28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6D4EFA-F620-4B92-A0B9-861BD6C6A7C4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5EF761-DD33-4F4D-AABB-4EBD701DE924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13B7AC-FDAE-45A6-9D53-3BA5846019E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7B8A71-12A2-49BF-B3D9-78262D0B897C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2" Type="http://schemas.openxmlformats.org/officeDocument/2006/relationships/theme" Target="../theme/theme5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2" Type="http://schemas.openxmlformats.org/officeDocument/2006/relationships/theme" Target="../theme/theme6.xml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BIZ UDPゴシック"/>
              </a:defRPr>
            </a:lvl1pPr>
          </a:lstStyle>
          <a:p>
            <a:fld id="{29CD63C8-4DB2-4777-BFDB-581526FA3F7A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>
                <a:latin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>
                <a:latin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E30588C7-9DDB-4A6F-9A9E-6A33D1ADB0C2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3C952CB-192B-431D-954C-0FAAFFA4DFF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BIZ UDPゴシック"/>
              </a:defRPr>
            </a:lvl1pPr>
          </a:lstStyle>
          <a:p>
            <a:fld id="{F0C917B5-CC67-4DB5-B44E-1F7D69248F40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テキスト 2"/>
          <p:cNvSpPr txBox="1"/>
          <p:nvPr/>
        </p:nvSpPr>
        <p:spPr>
          <a:xfrm>
            <a:off x="0" y="900000"/>
            <a:ext cx="9144000" cy="90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ja-JP" altLang="en-US" sz="6000" dirty="0">
                <a:solidFill>
                  <a:srgbClr val="FFFF00"/>
                </a:solidFill>
                <a:latin typeface="+mn-ea"/>
                <a:ea typeface="+mn-ea"/>
              </a:rPr>
              <a:t>6</a:t>
            </a:r>
          </a:p>
        </p:txBody>
      </p:sp>
      <p:sp>
        <p:nvSpPr>
          <p:cNvPr id="3" name="テキスト 3"/>
          <p:cNvSpPr txBox="1"/>
          <p:nvPr/>
        </p:nvSpPr>
        <p:spPr>
          <a:xfrm>
            <a:off x="0" y="1900000"/>
            <a:ext cx="9144000" cy="150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ja-JP" altLang="en-US" sz="6600" dirty="0">
                <a:latin typeface="+mn-ea"/>
                <a:ea typeface="+mn-ea"/>
              </a:rPr>
              <a:t>恵みの源なる神を</a:t>
            </a:r>
          </a:p>
        </p:txBody>
      </p:sp>
      <p:sp>
        <p:nvSpPr>
          <p:cNvPr id="4" name="テキスト 4"/>
          <p:cNvSpPr txBox="1"/>
          <p:nvPr/>
        </p:nvSpPr>
        <p:spPr>
          <a:xfrm>
            <a:off x="0" y="4300000"/>
            <a:ext cx="9144000" cy="50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ja-JP" altLang="en-US" sz="1400" dirty="0">
                <a:latin typeface="+mn-ea"/>
                <a:ea typeface="+mn-ea"/>
              </a:rPr>
              <a:t>Doxology（Thomas Ken, 1674）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テキスト 2"/>
          <p:cNvSpPr txBox="1"/>
          <p:nvPr/>
        </p:nvSpPr>
        <p:spPr>
          <a:xfrm>
            <a:off x="300000" y="250000"/>
            <a:ext cx="1000000" cy="60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ja-JP" altLang="en-US" sz="2400" dirty="0">
                <a:solidFill>
                  <a:srgbClr val="FFFF00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3" name="テキスト 3"/>
          <p:cNvSpPr txBox="1"/>
          <p:nvPr/>
        </p:nvSpPr>
        <p:spPr>
          <a:xfrm>
            <a:off x="300000" y="700000"/>
            <a:ext cx="8544000" cy="40435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ja-JP" altLang="en-US" sz="4800" dirty="0">
                <a:latin typeface="+mn-ea"/>
                <a:ea typeface="+mn-ea"/>
              </a:rPr>
              <a:t>恵みの源なる神をほめよ</a:t>
            </a:r>
            <a:br>
              <a:rPr lang="ja-JP" sz="4800"/>
            </a:br>
            <a:r>
              <a:rPr lang="ja-JP" altLang="en-US" sz="4800" dirty="0">
                <a:latin typeface="+mn-ea"/>
                <a:ea typeface="+mn-ea"/>
              </a:rPr>
              <a:t>地にあるものよ 主をほめよ</a:t>
            </a:r>
            <a:br>
              <a:rPr lang="ja-JP" sz="4800"/>
            </a:br>
            <a:r>
              <a:rPr lang="ja-JP" altLang="en-US" sz="4800" dirty="0">
                <a:latin typeface="+mn-ea"/>
                <a:ea typeface="+mn-ea"/>
              </a:rPr>
              <a:t>天の御使いよ 主をほめよ</a:t>
            </a:r>
            <a:br>
              <a:rPr lang="ja-JP" sz="4800"/>
            </a:br>
            <a:r>
              <a:rPr lang="ja-JP" altLang="en-US" sz="4800" dirty="0">
                <a:latin typeface="+mn-ea"/>
                <a:ea typeface="+mn-ea"/>
              </a:rPr>
              <a:t>父・子・聖霊をほめたたえよ アーメン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バッジ</Template>
  <TotalTime>0</TotalTime>
  <Words>0</Words>
  <Application>WPS Slides</Application>
  <PresentationFormat>画面に合わせる (16:9)</PresentationFormat>
  <Paragraphs>0</Paragraphs>
  <Slides>1</Slides>
  <Notes>59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Arial</vt:lpstr>
      <vt:lpstr>ＭＳ Ｐゴシック</vt:lpstr>
      <vt:lpstr>Wingdings</vt:lpstr>
      <vt:lpstr>ＭＳ Ｐゴシック</vt:lpstr>
      <vt:lpstr>Microsoft YaHei</vt:lpstr>
      <vt:lpstr>Arial Unicode MS</vt:lpstr>
      <vt:lpstr>Calibri</vt:lpstr>
      <vt:lpstr>SimSun</vt:lpstr>
      <vt:lpstr>Office Theme</vt:lpstr>
      <vt:lpstr>Default Design</vt:lpstr>
      <vt:lpstr>Default Design</vt:lpstr>
      <vt:lpstr>Office Theme</vt:lpstr>
      <vt:lpstr>Office Theme</vt:lpstr>
      <vt:lpstr>Default Design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礼拝</dc:title>
  <dc:creator>サンプル教会</dc:creator>
  <cp:lastModifiedBy>サンプル教会</cp:lastModifiedBy>
  <cp:revision>52</cp:revision>
  <dcterms:created xsi:type="dcterms:W3CDTF">2010-04-07T02:11:00Z</dcterms:created>
  <dcterms:modified xsi:type="dcterms:W3CDTF">2026-10-24T13:16:34Z</dcterms:modified>
</cp:coreProperties>
</file>