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57" r:id="rId14"/>
    <p:sldId id="258" r:id="rId15"/>
    <p:sldId id="259" r:id="rId16"/>
    <p:sldId id="260" r:id="rId17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C5289-FFBD-4DB5-9D04-8126AAFDE6F1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1F75A-EB3B-4079-85B8-E6AA6214562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0" y="900000"/>
            <a:ext cx="9144000" cy="9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6000" dirty="0">
                <a:solidFill>
                  <a:srgbClr val="FFFF00"/>
                </a:solidFill>
                <a:latin typeface="+mn-ea"/>
                <a:ea typeface="+mn-ea"/>
              </a:rPr>
              <a:t>5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0" y="1900000"/>
            <a:ext cx="9144000" cy="15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6600" dirty="0">
                <a:latin typeface="+mn-ea"/>
                <a:ea typeface="+mn-ea"/>
              </a:rPr>
              <a:t>静かな夜</a:t>
            </a:r>
          </a:p>
        </p:txBody>
      </p:sp>
      <p:sp>
        <p:nvSpPr>
          <p:cNvPr id="4" name="テキスト 4"/>
          <p:cNvSpPr txBox="1"/>
          <p:nvPr/>
        </p:nvSpPr>
        <p:spPr>
          <a:xfrm>
            <a:off x="0" y="4300000"/>
            <a:ext cx="9144000" cy="5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1400" dirty="0">
                <a:latin typeface="+mn-ea"/>
                <a:ea typeface="+mn-ea"/>
              </a:rPr>
              <a:t>Silent Night（Joseph Mohr, 1818／英訳 John F. Young, 1859）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1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300000" y="700000"/>
            <a:ext cx="8544000" cy="40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4800" dirty="0">
                <a:latin typeface="+mn-ea"/>
                <a:ea typeface="+mn-ea"/>
              </a:rPr>
              <a:t>静かな夜 聖なる夜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すべては穏やかに 輝く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母と 幼な子を照らし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安らかに 眠りたまえ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1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300000" y="700000"/>
            <a:ext cx="8544000" cy="40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4800" dirty="0">
                <a:latin typeface="+mn-ea"/>
                <a:ea typeface="+mn-ea"/>
              </a:rPr>
              <a:t>静かな夜 聖なる夜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羊飼いは 震えた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天の栄光が 遠くから流れ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御使いは ハレルヤと歌う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テキスト 2"/>
          <p:cNvSpPr txBox="1"/>
          <p:nvPr/>
        </p:nvSpPr>
        <p:spPr>
          <a:xfrm>
            <a:off x="300000" y="250000"/>
            <a:ext cx="1000000" cy="6000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dirty="0">
                <a:solidFill>
                  <a:srgbClr val="FFFF00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3" name="テキスト 3"/>
          <p:cNvSpPr txBox="1"/>
          <p:nvPr/>
        </p:nvSpPr>
        <p:spPr>
          <a:xfrm>
            <a:off x="300000" y="700000"/>
            <a:ext cx="8544000" cy="4043500"/>
          </a:xfrm>
          <a:prstGeom prst="rect">
            <a:avLst/>
          </a:prstGeom>
          <a:noFill/>
        </p:spPr>
        <p:txBody>
          <a:bodyPr wrap="square" lIns="91440" rIns="9144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ja-JP" altLang="en-US" sz="4800" dirty="0">
                <a:latin typeface="+mn-ea"/>
                <a:ea typeface="+mn-ea"/>
              </a:rPr>
              <a:t>静かな夜 聖なる夜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神の御子の 愛の光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御顔から 輝き出る</a:t>
            </a:r>
            <a:br>
              <a:rPr lang="ja-JP" sz="4800"/>
            </a:br>
            <a:r>
              <a:rPr lang="ja-JP" altLang="en-US" sz="4800" dirty="0">
                <a:latin typeface="+mn-ea"/>
                <a:ea typeface="+mn-ea"/>
              </a:rPr>
              <a:t>救いの 夜明けの恵み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0</Words>
  <Application>WPS Slides</Application>
  <PresentationFormat>画面に合わせる (16:9)</PresentationFormat>
  <Paragraphs>0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ＭＳ Ｐゴシック</vt:lpstr>
      <vt:lpstr>Wingdings</vt:lpstr>
      <vt:lpstr>ＭＳ Ｐゴシック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52</cp:revision>
  <dcterms:created xsi:type="dcterms:W3CDTF">2010-04-07T02:11:00Z</dcterms:created>
  <dcterms:modified xsi:type="dcterms:W3CDTF">2026-10-24T13:16:34Z</dcterms:modified>
</cp:coreProperties>
</file>