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7" r:id="rId14"/>
    <p:sldId id="258" r:id="rId15"/>
    <p:sldId id="259" r:id="rId16"/>
    <p:sldId id="260" r:id="rId17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0" y="900000"/>
            <a:ext cx="9144000" cy="9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000" dirty="0">
                <a:solidFill>
                  <a:srgbClr val="FFFF00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0" y="1900000"/>
            <a:ext cx="9144000" cy="1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600" dirty="0">
                <a:latin typeface="+mn-ea"/>
                <a:ea typeface="+mn-ea"/>
              </a:rPr>
              <a:t>アメイジング・グレイス</a:t>
            </a:r>
          </a:p>
        </p:txBody>
      </p:sp>
      <p:sp>
        <p:nvSpPr>
          <p:cNvPr id="4" name="テキスト 4"/>
          <p:cNvSpPr txBox="1"/>
          <p:nvPr/>
        </p:nvSpPr>
        <p:spPr>
          <a:xfrm>
            <a:off x="0" y="4300000"/>
            <a:ext cx="9144000" cy="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1400" dirty="0">
                <a:latin typeface="+mn-ea"/>
                <a:ea typeface="+mn-ea"/>
              </a:rPr>
              <a:t>Amazing Grace（John Newton, 1779）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なんと深い 神の恵み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こんな私を 救い出した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迷っていたのに 見つけられ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見えなかった目が いま見える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恵みが心に 恐れを教え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恵みが恐れを 取り去った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はじめて信じた あの時から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恵みはなんと 尊いことか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多くの危険と 苦しみと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わなを越えて ここまで来た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ここまで守った この恵みが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家路へと わたしを導く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0</Words>
  <Application>WPS Slides</Application>
  <PresentationFormat>画面に合わせる (16:9)</PresentationFormat>
  <Paragraphs>0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2026-10-24T13:16:34Z</dcterms:modified>
</cp:coreProperties>
</file>