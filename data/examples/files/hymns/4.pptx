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57" r:id="rId14"/>
    <p:sldId id="258" r:id="rId15"/>
    <p:sldId id="259" r:id="rId16"/>
    <p:sldId id="260" r:id="rId17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0" y="900000"/>
            <a:ext cx="9144000" cy="9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6000" dirty="0">
                <a:solidFill>
                  <a:srgbClr val="FFFF00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0" y="1900000"/>
            <a:ext cx="9144000" cy="15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6600" dirty="0">
                <a:latin typeface="+mn-ea"/>
                <a:ea typeface="+mn-ea"/>
              </a:rPr>
              <a:t>世界よ喜べ</a:t>
            </a:r>
          </a:p>
        </p:txBody>
      </p:sp>
      <p:sp>
        <p:nvSpPr>
          <p:cNvPr id="4" name="テキスト 4"/>
          <p:cNvSpPr txBox="1"/>
          <p:nvPr/>
        </p:nvSpPr>
        <p:spPr>
          <a:xfrm>
            <a:off x="0" y="4300000"/>
            <a:ext cx="9144000" cy="5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1400" dirty="0">
                <a:latin typeface="+mn-ea"/>
                <a:ea typeface="+mn-ea"/>
              </a:rPr>
              <a:t>Joy to the World（Isaac Watts, 1719）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1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300000" y="700000"/>
            <a:ext cx="8544000" cy="40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800" dirty="0">
                <a:latin typeface="+mn-ea"/>
                <a:ea typeface="+mn-ea"/>
              </a:rPr>
              <a:t>世界よ 喜べ 主が来られた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地は その王を迎えよ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すべての心に 場所を空け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天も地も 歌え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1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300000" y="700000"/>
            <a:ext cx="8544000" cy="40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800" dirty="0">
                <a:latin typeface="+mn-ea"/>
                <a:ea typeface="+mn-ea"/>
              </a:rPr>
              <a:t>世界よ 喜べ 救い主が治める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人よ 歌を上げよ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野も 川も 山も 谷も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喜びを くり返せ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1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300000" y="700000"/>
            <a:ext cx="8544000" cy="40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800" dirty="0">
                <a:latin typeface="+mn-ea"/>
                <a:ea typeface="+mn-ea"/>
              </a:rPr>
              <a:t>主は 真理と 恵みで治め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国々に 示される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主の 義の栄光と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驚くべき 愛を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0</Words>
  <Application>WPS Slides</Application>
  <PresentationFormat>画面に合わせる (16:9)</PresentationFormat>
  <Paragraphs>0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ＭＳ Ｐゴシック</vt:lpstr>
      <vt:lpstr>Wingdings</vt:lpstr>
      <vt:lpstr>ＭＳ Ｐゴシック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52</cp:revision>
  <dcterms:created xsi:type="dcterms:W3CDTF">2010-04-07T02:11:00Z</dcterms:created>
  <dcterms:modified xsi:type="dcterms:W3CDTF">2026-10-24T13:16:34Z</dcterms:modified>
</cp:coreProperties>
</file>